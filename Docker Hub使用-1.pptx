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gs/tag3.xml" ContentType="application/vnd.openxmlformats-officedocument.presentationml.tags+xml"/>
  <Override PartName="/docProps/core.xml" ContentType="application/vnd.openxmlformats-package.core-properties+xml"/>
  <Override PartName="/ppt/tags/tag2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28"/>
  </p:notesMasterIdLst>
  <p:sldIdLst>
    <p:sldId id="256" r:id="rId3"/>
    <p:sldId id="266" r:id="rId4"/>
    <p:sldId id="258" r:id="rId5"/>
    <p:sldId id="1713" r:id="rId6"/>
    <p:sldId id="1714" r:id="rId7"/>
    <p:sldId id="1720" r:id="rId8"/>
    <p:sldId id="1715" r:id="rId9"/>
    <p:sldId id="1716" r:id="rId10"/>
    <p:sldId id="276" r:id="rId11"/>
    <p:sldId id="1721" r:id="rId12"/>
    <p:sldId id="1722" r:id="rId13"/>
    <p:sldId id="1723" r:id="rId14"/>
    <p:sldId id="1724" r:id="rId15"/>
    <p:sldId id="1725" r:id="rId16"/>
    <p:sldId id="1726" r:id="rId17"/>
    <p:sldId id="1727" r:id="rId18"/>
    <p:sldId id="1717" r:id="rId19"/>
    <p:sldId id="1728" r:id="rId20"/>
    <p:sldId id="1718" r:id="rId21"/>
    <p:sldId id="1719" r:id="rId22"/>
    <p:sldId id="1729" r:id="rId23"/>
    <p:sldId id="1730" r:id="rId24"/>
    <p:sldId id="1731" r:id="rId25"/>
    <p:sldId id="1732" r:id="rId26"/>
    <p:sldId id="1712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EFD2"/>
    <a:srgbClr val="21C1B2"/>
    <a:srgbClr val="3F4749"/>
    <a:srgbClr val="0E3753"/>
    <a:srgbClr val="4BA6BE"/>
    <a:srgbClr val="D4E6F4"/>
    <a:srgbClr val="E2F0FA"/>
    <a:srgbClr val="122A3E"/>
    <a:srgbClr val="11242B"/>
    <a:srgbClr val="0F1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6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本素材由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提供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尊重知识产权并注重保护用户享有的各项权利。郑重提醒您：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插件中提供的任何信息内容的所有权、知识产权归其原始权利人或权利受让人所有，您免费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购买获得的是信息内容的使用权，并受下述条款的约束；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您仅可以个人非商业用途使用该等信息内容，不可将信息内容的全部或部分用于出售，或以出租、出借、转让、分销、发布等其他任何方式供他人使用；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禁止在接入互联网或移动互联网的任何网站、平台、应用或程序上以任何方式为他人提供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插件资源内容的下载。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resource is supplied by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respects all intellectual property rights and protects all the rights its users acquired. Solemnly remind you: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ownership and intellectual property of the resources supplied in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Add-in belongs to its owner or the assignee of this ownership. you only acquired the usage of the resources supplied in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Add-in, as well as respected the following restrain terms: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1.You are only allowed to use such resource for personal and non-commercial aim, not allowed to use such resource or part of it for the sale; or rent, lend, transfer to others; or distribution or release it in any way.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2.You are not permitted to provide the resource of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iSlide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Add-in in any website, platform, application access to the Internet or mobile Internet.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28CBA8-7810-4766-B530-356872D4713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8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Template/Home.shtml" TargetMode="External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hyperlink" Target="http://www.officeplus.cn/Template/Home.shtml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0">
            <a:extLst>
              <a:ext uri="{FF2B5EF4-FFF2-40B4-BE49-F238E27FC236}">
                <a16:creationId xmlns:a16="http://schemas.microsoft.com/office/drawing/2014/main" id="{3CF00054-8F9B-47B0-8E4E-9E085E71AB17}"/>
              </a:ext>
            </a:extLst>
          </p:cNvPr>
          <p:cNvSpPr/>
          <p:nvPr userDrawn="1"/>
        </p:nvSpPr>
        <p:spPr>
          <a:xfrm rot="10800000">
            <a:off x="-1" y="-1"/>
            <a:ext cx="2743201" cy="2525917"/>
          </a:xfrm>
          <a:custGeom>
            <a:avLst/>
            <a:gdLst>
              <a:gd name="connsiteX0" fmla="*/ 0 w 5384800"/>
              <a:gd name="connsiteY0" fmla="*/ 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4" fmla="*/ 0 w 5384800"/>
              <a:gd name="connsiteY4" fmla="*/ 0 h 6858000"/>
              <a:gd name="connsiteX0" fmla="*/ 0 w 5384800"/>
              <a:gd name="connsiteY0" fmla="*/ 685800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0" fmla="*/ 0 w 5130800"/>
              <a:gd name="connsiteY0" fmla="*/ 6833421 h 6858000"/>
              <a:gd name="connsiteX1" fmla="*/ 5130800 w 5130800"/>
              <a:gd name="connsiteY1" fmla="*/ 0 h 6858000"/>
              <a:gd name="connsiteX2" fmla="*/ 5130800 w 5130800"/>
              <a:gd name="connsiteY2" fmla="*/ 6858000 h 6858000"/>
              <a:gd name="connsiteX3" fmla="*/ 0 w 5130800"/>
              <a:gd name="connsiteY3" fmla="*/ 68334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800" h="6858000">
                <a:moveTo>
                  <a:pt x="0" y="6833421"/>
                </a:moveTo>
                <a:lnTo>
                  <a:pt x="5130800" y="0"/>
                </a:lnTo>
                <a:lnTo>
                  <a:pt x="5130800" y="6858000"/>
                </a:lnTo>
                <a:lnTo>
                  <a:pt x="0" y="6833421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94D5DA6-B62C-41A7-A22A-FC07A0B5F3DC}"/>
              </a:ext>
            </a:extLst>
          </p:cNvPr>
          <p:cNvSpPr/>
          <p:nvPr userDrawn="1"/>
        </p:nvSpPr>
        <p:spPr>
          <a:xfrm rot="10800000">
            <a:off x="0" y="0"/>
            <a:ext cx="2739887" cy="2409434"/>
          </a:xfrm>
          <a:custGeom>
            <a:avLst/>
            <a:gdLst>
              <a:gd name="connsiteX0" fmla="*/ 0 w 5384800"/>
              <a:gd name="connsiteY0" fmla="*/ 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4" fmla="*/ 0 w 5384800"/>
              <a:gd name="connsiteY4" fmla="*/ 0 h 6858000"/>
              <a:gd name="connsiteX0" fmla="*/ 0 w 5384800"/>
              <a:gd name="connsiteY0" fmla="*/ 685800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0" fmla="*/ 0 w 5372349"/>
              <a:gd name="connsiteY0" fmla="*/ 6858000 h 6858000"/>
              <a:gd name="connsiteX1" fmla="*/ 5372349 w 5372349"/>
              <a:gd name="connsiteY1" fmla="*/ 0 h 6858000"/>
              <a:gd name="connsiteX2" fmla="*/ 5372349 w 5372349"/>
              <a:gd name="connsiteY2" fmla="*/ 6858000 h 6858000"/>
              <a:gd name="connsiteX3" fmla="*/ 0 w 53723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2349" h="6858000">
                <a:moveTo>
                  <a:pt x="0" y="6858000"/>
                </a:moveTo>
                <a:lnTo>
                  <a:pt x="5372349" y="0"/>
                </a:lnTo>
                <a:lnTo>
                  <a:pt x="537234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FE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10">
            <a:extLst>
              <a:ext uri="{FF2B5EF4-FFF2-40B4-BE49-F238E27FC236}">
                <a16:creationId xmlns:a16="http://schemas.microsoft.com/office/drawing/2014/main" id="{C4ADF3B0-52DE-4BD0-8E35-086E341B63AA}"/>
              </a:ext>
            </a:extLst>
          </p:cNvPr>
          <p:cNvSpPr/>
          <p:nvPr userDrawn="1"/>
        </p:nvSpPr>
        <p:spPr>
          <a:xfrm>
            <a:off x="4381500" y="5391"/>
            <a:ext cx="7810500" cy="6852609"/>
          </a:xfrm>
          <a:custGeom>
            <a:avLst/>
            <a:gdLst>
              <a:gd name="connsiteX0" fmla="*/ 0 w 5384800"/>
              <a:gd name="connsiteY0" fmla="*/ 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4" fmla="*/ 0 w 5384800"/>
              <a:gd name="connsiteY4" fmla="*/ 0 h 6858000"/>
              <a:gd name="connsiteX0" fmla="*/ 0 w 5384800"/>
              <a:gd name="connsiteY0" fmla="*/ 685800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4800" h="6858000">
                <a:moveTo>
                  <a:pt x="0" y="6858000"/>
                </a:moveTo>
                <a:lnTo>
                  <a:pt x="5384800" y="0"/>
                </a:lnTo>
                <a:lnTo>
                  <a:pt x="5384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FE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5386BB0-519A-47C3-8673-E5BDE49BF860}"/>
              </a:ext>
            </a:extLst>
          </p:cNvPr>
          <p:cNvGrpSpPr/>
          <p:nvPr userDrawn="1"/>
        </p:nvGrpSpPr>
        <p:grpSpPr>
          <a:xfrm>
            <a:off x="0" y="3162302"/>
            <a:ext cx="12192000" cy="3241675"/>
            <a:chOff x="50801" y="1943101"/>
            <a:chExt cx="12192000" cy="3241675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E9291E56-76E8-4C95-972D-09A6C299E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7389" y="3635376"/>
              <a:ext cx="6475412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BEC29E53-4407-4E9D-BCA7-14C97982A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56688" y="5056188"/>
              <a:ext cx="4873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35710F87-7B74-4CD9-B1C2-C6E08F1D4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5388" y="5122863"/>
              <a:ext cx="4873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2A57BF09-B009-4FDA-AF0C-EA2525373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2325" y="5122863"/>
              <a:ext cx="198438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E4927554-E3DB-4BAC-BCAB-5C2ADA19F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5825" y="3095626"/>
              <a:ext cx="3736975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166A6890-9FA8-4248-9826-68D24C471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01" y="4816476"/>
              <a:ext cx="8745537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1AEC6325-BAC0-48FD-8926-EA556C8EE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5750" y="3660776"/>
              <a:ext cx="657225" cy="176213"/>
            </a:xfrm>
            <a:custGeom>
              <a:avLst/>
              <a:gdLst>
                <a:gd name="T0" fmla="*/ 203 w 236"/>
                <a:gd name="T1" fmla="*/ 9 h 63"/>
                <a:gd name="T2" fmla="*/ 118 w 236"/>
                <a:gd name="T3" fmla="*/ 0 h 63"/>
                <a:gd name="T4" fmla="*/ 33 w 236"/>
                <a:gd name="T5" fmla="*/ 9 h 63"/>
                <a:gd name="T6" fmla="*/ 0 w 236"/>
                <a:gd name="T7" fmla="*/ 9 h 63"/>
                <a:gd name="T8" fmla="*/ 0 w 236"/>
                <a:gd name="T9" fmla="*/ 31 h 63"/>
                <a:gd name="T10" fmla="*/ 118 w 236"/>
                <a:gd name="T11" fmla="*/ 63 h 63"/>
                <a:gd name="T12" fmla="*/ 236 w 236"/>
                <a:gd name="T13" fmla="*/ 31 h 63"/>
                <a:gd name="T14" fmla="*/ 236 w 236"/>
                <a:gd name="T15" fmla="*/ 9 h 63"/>
                <a:gd name="T16" fmla="*/ 203 w 236"/>
                <a:gd name="T17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63">
                  <a:moveTo>
                    <a:pt x="203" y="9"/>
                  </a:moveTo>
                  <a:cubicBezTo>
                    <a:pt x="181" y="4"/>
                    <a:pt x="151" y="0"/>
                    <a:pt x="118" y="0"/>
                  </a:cubicBezTo>
                  <a:cubicBezTo>
                    <a:pt x="84" y="0"/>
                    <a:pt x="54" y="4"/>
                    <a:pt x="33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9"/>
                    <a:pt x="52" y="63"/>
                    <a:pt x="118" y="63"/>
                  </a:cubicBezTo>
                  <a:cubicBezTo>
                    <a:pt x="183" y="63"/>
                    <a:pt x="236" y="49"/>
                    <a:pt x="236" y="31"/>
                  </a:cubicBezTo>
                  <a:cubicBezTo>
                    <a:pt x="236" y="9"/>
                    <a:pt x="236" y="9"/>
                    <a:pt x="236" y="9"/>
                  </a:cubicBezTo>
                  <a:lnTo>
                    <a:pt x="203" y="9"/>
                  </a:lnTo>
                  <a:close/>
                </a:path>
              </a:pathLst>
            </a:custGeom>
            <a:solidFill>
              <a:srgbClr val="C4CBCC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Oval 12">
              <a:extLst>
                <a:ext uri="{FF2B5EF4-FFF2-40B4-BE49-F238E27FC236}">
                  <a16:creationId xmlns:a16="http://schemas.microsoft.com/office/drawing/2014/main" id="{D6483E74-7CF6-468D-935F-927EE1AF9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5750" y="3598863"/>
              <a:ext cx="657225" cy="176213"/>
            </a:xfrm>
            <a:prstGeom prst="ellipse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ABD6E33-E623-45CC-AF0D-2E862F644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2800" y="3294063"/>
              <a:ext cx="2141538" cy="249238"/>
            </a:xfrm>
            <a:custGeom>
              <a:avLst/>
              <a:gdLst>
                <a:gd name="T0" fmla="*/ 0 w 769"/>
                <a:gd name="T1" fmla="*/ 2 h 90"/>
                <a:gd name="T2" fmla="*/ 88 w 769"/>
                <a:gd name="T3" fmla="*/ 90 h 90"/>
                <a:gd name="T4" fmla="*/ 681 w 769"/>
                <a:gd name="T5" fmla="*/ 90 h 90"/>
                <a:gd name="T6" fmla="*/ 769 w 769"/>
                <a:gd name="T7" fmla="*/ 2 h 90"/>
                <a:gd name="T8" fmla="*/ 769 w 769"/>
                <a:gd name="T9" fmla="*/ 0 h 90"/>
                <a:gd name="T10" fmla="*/ 0 w 769"/>
                <a:gd name="T11" fmla="*/ 0 h 90"/>
                <a:gd name="T12" fmla="*/ 0 w 769"/>
                <a:gd name="T13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9" h="90">
                  <a:moveTo>
                    <a:pt x="0" y="2"/>
                  </a:moveTo>
                  <a:cubicBezTo>
                    <a:pt x="0" y="51"/>
                    <a:pt x="40" y="90"/>
                    <a:pt x="88" y="90"/>
                  </a:cubicBezTo>
                  <a:cubicBezTo>
                    <a:pt x="681" y="90"/>
                    <a:pt x="681" y="90"/>
                    <a:pt x="681" y="90"/>
                  </a:cubicBezTo>
                  <a:cubicBezTo>
                    <a:pt x="730" y="90"/>
                    <a:pt x="769" y="51"/>
                    <a:pt x="769" y="2"/>
                  </a:cubicBezTo>
                  <a:cubicBezTo>
                    <a:pt x="769" y="0"/>
                    <a:pt x="769" y="0"/>
                    <a:pt x="7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2F1609B-6B54-40D7-A114-6AA0C7A6F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2800" y="2035176"/>
              <a:ext cx="2141538" cy="1258888"/>
            </a:xfrm>
            <a:custGeom>
              <a:avLst/>
              <a:gdLst>
                <a:gd name="T0" fmla="*/ 681 w 769"/>
                <a:gd name="T1" fmla="*/ 0 h 452"/>
                <a:gd name="T2" fmla="*/ 88 w 769"/>
                <a:gd name="T3" fmla="*/ 0 h 452"/>
                <a:gd name="T4" fmla="*/ 0 w 769"/>
                <a:gd name="T5" fmla="*/ 88 h 452"/>
                <a:gd name="T6" fmla="*/ 0 w 769"/>
                <a:gd name="T7" fmla="*/ 452 h 452"/>
                <a:gd name="T8" fmla="*/ 769 w 769"/>
                <a:gd name="T9" fmla="*/ 452 h 452"/>
                <a:gd name="T10" fmla="*/ 769 w 769"/>
                <a:gd name="T11" fmla="*/ 88 h 452"/>
                <a:gd name="T12" fmla="*/ 681 w 769"/>
                <a:gd name="T13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9" h="452">
                  <a:moveTo>
                    <a:pt x="681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40" y="0"/>
                    <a:pt x="0" y="39"/>
                    <a:pt x="0" y="88"/>
                  </a:cubicBezTo>
                  <a:cubicBezTo>
                    <a:pt x="0" y="452"/>
                    <a:pt x="0" y="452"/>
                    <a:pt x="0" y="452"/>
                  </a:cubicBezTo>
                  <a:cubicBezTo>
                    <a:pt x="769" y="452"/>
                    <a:pt x="769" y="452"/>
                    <a:pt x="769" y="452"/>
                  </a:cubicBezTo>
                  <a:cubicBezTo>
                    <a:pt x="769" y="88"/>
                    <a:pt x="769" y="88"/>
                    <a:pt x="769" y="88"/>
                  </a:cubicBezTo>
                  <a:cubicBezTo>
                    <a:pt x="769" y="39"/>
                    <a:pt x="730" y="0"/>
                    <a:pt x="681" y="0"/>
                  </a:cubicBezTo>
                  <a:close/>
                </a:path>
              </a:pathLst>
            </a:custGeom>
            <a:solidFill>
              <a:srgbClr val="545C5E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C26E0296-068E-4A7D-BC33-0B088768D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3925" y="2146301"/>
              <a:ext cx="1917700" cy="1147763"/>
            </a:xfrm>
            <a:custGeom>
              <a:avLst/>
              <a:gdLst>
                <a:gd name="T0" fmla="*/ 0 w 689"/>
                <a:gd name="T1" fmla="*/ 412 h 412"/>
                <a:gd name="T2" fmla="*/ 0 w 689"/>
                <a:gd name="T3" fmla="*/ 48 h 412"/>
                <a:gd name="T4" fmla="*/ 48 w 689"/>
                <a:gd name="T5" fmla="*/ 0 h 412"/>
                <a:gd name="T6" fmla="*/ 641 w 689"/>
                <a:gd name="T7" fmla="*/ 0 h 412"/>
                <a:gd name="T8" fmla="*/ 689 w 689"/>
                <a:gd name="T9" fmla="*/ 48 h 412"/>
                <a:gd name="T10" fmla="*/ 689 w 689"/>
                <a:gd name="T11" fmla="*/ 412 h 412"/>
                <a:gd name="T12" fmla="*/ 0 w 689"/>
                <a:gd name="T1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9" h="412">
                  <a:moveTo>
                    <a:pt x="0" y="41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68" y="0"/>
                    <a:pt x="689" y="22"/>
                    <a:pt x="689" y="48"/>
                  </a:cubicBezTo>
                  <a:cubicBezTo>
                    <a:pt x="689" y="412"/>
                    <a:pt x="689" y="412"/>
                    <a:pt x="689" y="412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7B7232B-4827-4C83-B86B-58105FC00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3925" y="2146301"/>
              <a:ext cx="1917700" cy="1147763"/>
            </a:xfrm>
            <a:custGeom>
              <a:avLst/>
              <a:gdLst>
                <a:gd name="T0" fmla="*/ 0 w 689"/>
                <a:gd name="T1" fmla="*/ 412 h 412"/>
                <a:gd name="T2" fmla="*/ 0 w 689"/>
                <a:gd name="T3" fmla="*/ 48 h 412"/>
                <a:gd name="T4" fmla="*/ 48 w 689"/>
                <a:gd name="T5" fmla="*/ 0 h 412"/>
                <a:gd name="T6" fmla="*/ 641 w 689"/>
                <a:gd name="T7" fmla="*/ 0 h 412"/>
                <a:gd name="T8" fmla="*/ 689 w 689"/>
                <a:gd name="T9" fmla="*/ 48 h 412"/>
                <a:gd name="T10" fmla="*/ 689 w 689"/>
                <a:gd name="T11" fmla="*/ 412 h 412"/>
                <a:gd name="T12" fmla="*/ 0 w 689"/>
                <a:gd name="T1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9" h="412">
                  <a:moveTo>
                    <a:pt x="0" y="41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68" y="0"/>
                    <a:pt x="689" y="22"/>
                    <a:pt x="689" y="48"/>
                  </a:cubicBezTo>
                  <a:cubicBezTo>
                    <a:pt x="689" y="412"/>
                    <a:pt x="689" y="412"/>
                    <a:pt x="689" y="412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17">
              <a:extLst>
                <a:ext uri="{FF2B5EF4-FFF2-40B4-BE49-F238E27FC236}">
                  <a16:creationId xmlns:a16="http://schemas.microsoft.com/office/drawing/2014/main" id="{557ED039-F829-4FE2-9181-FD519CE33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3" y="3371851"/>
              <a:ext cx="87313" cy="82550"/>
            </a:xfrm>
            <a:prstGeom prst="ellipse">
              <a:avLst/>
            </a:prstGeom>
            <a:solidFill>
              <a:srgbClr val="D5DADB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18">
              <a:extLst>
                <a:ext uri="{FF2B5EF4-FFF2-40B4-BE49-F238E27FC236}">
                  <a16:creationId xmlns:a16="http://schemas.microsoft.com/office/drawing/2014/main" id="{4C60F93F-95B6-47F7-A26F-F4DF72352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52113" y="2489201"/>
              <a:ext cx="152400" cy="1524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05AD5574-4519-480D-AF4F-95195CBB5E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41038" y="2489201"/>
              <a:ext cx="157163" cy="1524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Line 20">
              <a:extLst>
                <a:ext uri="{FF2B5EF4-FFF2-40B4-BE49-F238E27FC236}">
                  <a16:creationId xmlns:a16="http://schemas.microsoft.com/office/drawing/2014/main" id="{2AEF15D5-D2B2-4BB5-AB3E-EC95C7306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36250" y="2424113"/>
              <a:ext cx="277813" cy="2794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11625E9E-ECC8-4D38-84EB-E397A1A99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4500" y="3543301"/>
              <a:ext cx="338138" cy="142875"/>
            </a:xfrm>
            <a:prstGeom prst="rect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Oval 22">
              <a:extLst>
                <a:ext uri="{FF2B5EF4-FFF2-40B4-BE49-F238E27FC236}">
                  <a16:creationId xmlns:a16="http://schemas.microsoft.com/office/drawing/2014/main" id="{7548D7EE-1752-426D-99BE-89B62D46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738" y="3576638"/>
              <a:ext cx="120650" cy="120650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EB275FD6-A881-43FD-AC23-14B12AD3E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7188" y="4167188"/>
              <a:ext cx="300038" cy="0"/>
            </a:xfrm>
            <a:prstGeom prst="line">
              <a:avLst/>
            </a:prstGeom>
            <a:noFill/>
            <a:ln w="222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6575A1E-A0EA-4BD2-8B9D-2D04D16FE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963" y="2332038"/>
              <a:ext cx="1268413" cy="701675"/>
            </a:xfrm>
            <a:custGeom>
              <a:avLst/>
              <a:gdLst>
                <a:gd name="T0" fmla="*/ 234 w 456"/>
                <a:gd name="T1" fmla="*/ 252 h 252"/>
                <a:gd name="T2" fmla="*/ 388 w 456"/>
                <a:gd name="T3" fmla="*/ 252 h 252"/>
                <a:gd name="T4" fmla="*/ 456 w 456"/>
                <a:gd name="T5" fmla="*/ 184 h 252"/>
                <a:gd name="T6" fmla="*/ 388 w 456"/>
                <a:gd name="T7" fmla="*/ 115 h 252"/>
                <a:gd name="T8" fmla="*/ 360 w 456"/>
                <a:gd name="T9" fmla="*/ 121 h 252"/>
                <a:gd name="T10" fmla="*/ 234 w 456"/>
                <a:gd name="T11" fmla="*/ 0 h 252"/>
                <a:gd name="T12" fmla="*/ 113 w 456"/>
                <a:gd name="T13" fmla="*/ 94 h 252"/>
                <a:gd name="T14" fmla="*/ 82 w 456"/>
                <a:gd name="T15" fmla="*/ 88 h 252"/>
                <a:gd name="T16" fmla="*/ 0 w 456"/>
                <a:gd name="T17" fmla="*/ 170 h 252"/>
                <a:gd name="T18" fmla="*/ 82 w 456"/>
                <a:gd name="T19" fmla="*/ 252 h 252"/>
                <a:gd name="T20" fmla="*/ 150 w 456"/>
                <a:gd name="T21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6" h="252">
                  <a:moveTo>
                    <a:pt x="234" y="252"/>
                  </a:moveTo>
                  <a:cubicBezTo>
                    <a:pt x="388" y="252"/>
                    <a:pt x="388" y="252"/>
                    <a:pt x="388" y="252"/>
                  </a:cubicBezTo>
                  <a:cubicBezTo>
                    <a:pt x="426" y="252"/>
                    <a:pt x="456" y="222"/>
                    <a:pt x="456" y="184"/>
                  </a:cubicBezTo>
                  <a:cubicBezTo>
                    <a:pt x="456" y="146"/>
                    <a:pt x="426" y="115"/>
                    <a:pt x="388" y="115"/>
                  </a:cubicBezTo>
                  <a:cubicBezTo>
                    <a:pt x="378" y="115"/>
                    <a:pt x="369" y="117"/>
                    <a:pt x="360" y="121"/>
                  </a:cubicBezTo>
                  <a:cubicBezTo>
                    <a:pt x="357" y="54"/>
                    <a:pt x="302" y="0"/>
                    <a:pt x="234" y="0"/>
                  </a:cubicBezTo>
                  <a:cubicBezTo>
                    <a:pt x="176" y="0"/>
                    <a:pt x="127" y="40"/>
                    <a:pt x="113" y="94"/>
                  </a:cubicBezTo>
                  <a:cubicBezTo>
                    <a:pt x="103" y="90"/>
                    <a:pt x="93" y="88"/>
                    <a:pt x="82" y="88"/>
                  </a:cubicBezTo>
                  <a:cubicBezTo>
                    <a:pt x="37" y="88"/>
                    <a:pt x="0" y="125"/>
                    <a:pt x="0" y="170"/>
                  </a:cubicBezTo>
                  <a:cubicBezTo>
                    <a:pt x="0" y="216"/>
                    <a:pt x="37" y="252"/>
                    <a:pt x="82" y="252"/>
                  </a:cubicBezTo>
                  <a:cubicBezTo>
                    <a:pt x="150" y="252"/>
                    <a:pt x="150" y="252"/>
                    <a:pt x="150" y="252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26">
              <a:extLst>
                <a:ext uri="{FF2B5EF4-FFF2-40B4-BE49-F238E27FC236}">
                  <a16:creationId xmlns:a16="http://schemas.microsoft.com/office/drawing/2014/main" id="{D3EA970C-DAB7-431A-AF1F-391ECBE8F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1975" y="3033713"/>
              <a:ext cx="1063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83D1C265-67DB-4BC2-A82B-ED1C3E722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3550" y="1943101"/>
              <a:ext cx="606425" cy="581025"/>
            </a:xfrm>
            <a:custGeom>
              <a:avLst/>
              <a:gdLst>
                <a:gd name="T0" fmla="*/ 0 w 218"/>
                <a:gd name="T1" fmla="*/ 3 h 209"/>
                <a:gd name="T2" fmla="*/ 24 w 218"/>
                <a:gd name="T3" fmla="*/ 0 h 209"/>
                <a:gd name="T4" fmla="*/ 125 w 218"/>
                <a:gd name="T5" fmla="*/ 78 h 209"/>
                <a:gd name="T6" fmla="*/ 150 w 218"/>
                <a:gd name="T7" fmla="*/ 73 h 209"/>
                <a:gd name="T8" fmla="*/ 218 w 218"/>
                <a:gd name="T9" fmla="*/ 141 h 209"/>
                <a:gd name="T10" fmla="*/ 150 w 218"/>
                <a:gd name="T11" fmla="*/ 209 h 209"/>
                <a:gd name="T12" fmla="*/ 95 w 218"/>
                <a:gd name="T13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" h="209">
                  <a:moveTo>
                    <a:pt x="0" y="3"/>
                  </a:moveTo>
                  <a:cubicBezTo>
                    <a:pt x="8" y="1"/>
                    <a:pt x="16" y="0"/>
                    <a:pt x="24" y="0"/>
                  </a:cubicBezTo>
                  <a:cubicBezTo>
                    <a:pt x="73" y="0"/>
                    <a:pt x="114" y="33"/>
                    <a:pt x="125" y="78"/>
                  </a:cubicBezTo>
                  <a:cubicBezTo>
                    <a:pt x="133" y="75"/>
                    <a:pt x="142" y="73"/>
                    <a:pt x="150" y="73"/>
                  </a:cubicBezTo>
                  <a:cubicBezTo>
                    <a:pt x="188" y="73"/>
                    <a:pt x="218" y="103"/>
                    <a:pt x="218" y="141"/>
                  </a:cubicBezTo>
                  <a:cubicBezTo>
                    <a:pt x="218" y="178"/>
                    <a:pt x="188" y="209"/>
                    <a:pt x="150" y="209"/>
                  </a:cubicBezTo>
                  <a:cubicBezTo>
                    <a:pt x="95" y="209"/>
                    <a:pt x="95" y="209"/>
                    <a:pt x="95" y="209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B31D045F-8F12-4BAA-8514-A8D3C7A9A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1973263"/>
              <a:ext cx="115888" cy="106363"/>
            </a:xfrm>
            <a:custGeom>
              <a:avLst/>
              <a:gdLst>
                <a:gd name="T0" fmla="*/ 0 w 42"/>
                <a:gd name="T1" fmla="*/ 38 h 38"/>
                <a:gd name="T2" fmla="*/ 42 w 42"/>
                <a:gd name="T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" h="38">
                  <a:moveTo>
                    <a:pt x="0" y="38"/>
                  </a:moveTo>
                  <a:cubicBezTo>
                    <a:pt x="10" y="22"/>
                    <a:pt x="24" y="9"/>
                    <a:pt x="42" y="0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9105CD2-1848-4BE3-82ED-94BEC2F3C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9375" y="2132013"/>
              <a:ext cx="180975" cy="109538"/>
            </a:xfrm>
            <a:custGeom>
              <a:avLst/>
              <a:gdLst>
                <a:gd name="T0" fmla="*/ 0 w 65"/>
                <a:gd name="T1" fmla="*/ 39 h 39"/>
                <a:gd name="T2" fmla="*/ 35 w 65"/>
                <a:gd name="T3" fmla="*/ 27 h 39"/>
                <a:gd name="T4" fmla="*/ 58 w 65"/>
                <a:gd name="T5" fmla="*/ 32 h 39"/>
                <a:gd name="T6" fmla="*/ 65 w 65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39">
                  <a:moveTo>
                    <a:pt x="0" y="39"/>
                  </a:moveTo>
                  <a:cubicBezTo>
                    <a:pt x="10" y="32"/>
                    <a:pt x="22" y="27"/>
                    <a:pt x="35" y="27"/>
                  </a:cubicBezTo>
                  <a:cubicBezTo>
                    <a:pt x="43" y="27"/>
                    <a:pt x="51" y="29"/>
                    <a:pt x="58" y="32"/>
                  </a:cubicBezTo>
                  <a:cubicBezTo>
                    <a:pt x="59" y="21"/>
                    <a:pt x="61" y="10"/>
                    <a:pt x="65" y="0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1D0A717F-48F5-4A7C-8870-C00A60B93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7463" y="2365376"/>
              <a:ext cx="515938" cy="158750"/>
            </a:xfrm>
            <a:custGeom>
              <a:avLst/>
              <a:gdLst>
                <a:gd name="T0" fmla="*/ 185 w 185"/>
                <a:gd name="T1" fmla="*/ 57 h 57"/>
                <a:gd name="T2" fmla="*/ 57 w 185"/>
                <a:gd name="T3" fmla="*/ 57 h 57"/>
                <a:gd name="T4" fmla="*/ 0 w 185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57">
                  <a:moveTo>
                    <a:pt x="185" y="57"/>
                  </a:moveTo>
                  <a:cubicBezTo>
                    <a:pt x="57" y="57"/>
                    <a:pt x="57" y="57"/>
                    <a:pt x="57" y="57"/>
                  </a:cubicBezTo>
                  <a:cubicBezTo>
                    <a:pt x="26" y="57"/>
                    <a:pt x="0" y="31"/>
                    <a:pt x="0" y="0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B691BEEC-34CD-4D15-8B8C-A8F696EEF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05788" y="2524126"/>
              <a:ext cx="88900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DF203D30-79DB-4DBC-8565-169B55863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63" y="2770188"/>
              <a:ext cx="801688" cy="1192213"/>
            </a:xfrm>
            <a:custGeom>
              <a:avLst/>
              <a:gdLst>
                <a:gd name="T0" fmla="*/ 236 w 288"/>
                <a:gd name="T1" fmla="*/ 428 h 428"/>
                <a:gd name="T2" fmla="*/ 52 w 288"/>
                <a:gd name="T3" fmla="*/ 428 h 428"/>
                <a:gd name="T4" fmla="*/ 0 w 288"/>
                <a:gd name="T5" fmla="*/ 376 h 428"/>
                <a:gd name="T6" fmla="*/ 0 w 288"/>
                <a:gd name="T7" fmla="*/ 52 h 428"/>
                <a:gd name="T8" fmla="*/ 52 w 288"/>
                <a:gd name="T9" fmla="*/ 0 h 428"/>
                <a:gd name="T10" fmla="*/ 236 w 288"/>
                <a:gd name="T11" fmla="*/ 0 h 428"/>
                <a:gd name="T12" fmla="*/ 288 w 288"/>
                <a:gd name="T13" fmla="*/ 52 h 428"/>
                <a:gd name="T14" fmla="*/ 288 w 288"/>
                <a:gd name="T15" fmla="*/ 376 h 428"/>
                <a:gd name="T16" fmla="*/ 236 w 288"/>
                <a:gd name="T17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428">
                  <a:moveTo>
                    <a:pt x="236" y="428"/>
                  </a:moveTo>
                  <a:cubicBezTo>
                    <a:pt x="52" y="428"/>
                    <a:pt x="52" y="428"/>
                    <a:pt x="52" y="428"/>
                  </a:cubicBezTo>
                  <a:cubicBezTo>
                    <a:pt x="23" y="428"/>
                    <a:pt x="0" y="405"/>
                    <a:pt x="0" y="376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65" y="0"/>
                    <a:pt x="288" y="23"/>
                    <a:pt x="288" y="52"/>
                  </a:cubicBezTo>
                  <a:cubicBezTo>
                    <a:pt x="288" y="376"/>
                    <a:pt x="288" y="376"/>
                    <a:pt x="288" y="376"/>
                  </a:cubicBezTo>
                  <a:cubicBezTo>
                    <a:pt x="288" y="405"/>
                    <a:pt x="265" y="428"/>
                    <a:pt x="236" y="428"/>
                  </a:cubicBezTo>
                  <a:close/>
                </a:path>
              </a:pathLst>
            </a:custGeom>
            <a:solidFill>
              <a:srgbClr val="FFFF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9BA779D5-1B58-48D9-B71F-A83C30C71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3225" y="2976563"/>
              <a:ext cx="688975" cy="779463"/>
            </a:xfrm>
            <a:prstGeom prst="rect">
              <a:avLst/>
            </a:pr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34">
              <a:extLst>
                <a:ext uri="{FF2B5EF4-FFF2-40B4-BE49-F238E27FC236}">
                  <a16:creationId xmlns:a16="http://schemas.microsoft.com/office/drawing/2014/main" id="{D702FBFD-F4A1-4BF1-B66E-3F7F5A6AE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5325" y="3808413"/>
              <a:ext cx="104775" cy="103188"/>
            </a:xfrm>
            <a:prstGeom prst="ellipse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Oval 35">
              <a:extLst>
                <a:ext uri="{FF2B5EF4-FFF2-40B4-BE49-F238E27FC236}">
                  <a16:creationId xmlns:a16="http://schemas.microsoft.com/office/drawing/2014/main" id="{BC4C58D6-128F-4445-8A90-5E4748E75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3288" y="2859088"/>
              <a:ext cx="39688" cy="41275"/>
            </a:xfrm>
            <a:prstGeom prst="ellipse">
              <a:avLst/>
            </a:prstGeom>
            <a:solidFill>
              <a:srgbClr val="3F4749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36">
              <a:extLst>
                <a:ext uri="{FF2B5EF4-FFF2-40B4-BE49-F238E27FC236}">
                  <a16:creationId xmlns:a16="http://schemas.microsoft.com/office/drawing/2014/main" id="{06903B5C-0E00-406E-B0A7-32A7E7A9C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4525" y="2847976"/>
              <a:ext cx="206375" cy="66675"/>
            </a:xfrm>
            <a:prstGeom prst="rect">
              <a:avLst/>
            </a:prstGeom>
            <a:solidFill>
              <a:srgbClr val="C4CBCC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96F0FFAB-F495-477C-AF25-EAA5776A5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6425" y="3316288"/>
              <a:ext cx="100013" cy="10001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Line 38">
              <a:extLst>
                <a:ext uri="{FF2B5EF4-FFF2-40B4-BE49-F238E27FC236}">
                  <a16:creationId xmlns:a16="http://schemas.microsoft.com/office/drawing/2014/main" id="{CF89631D-6D05-4FF3-B50C-F5D2EA1D72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38988" y="3316288"/>
              <a:ext cx="100013" cy="10001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Line 39">
              <a:extLst>
                <a:ext uri="{FF2B5EF4-FFF2-40B4-BE49-F238E27FC236}">
                  <a16:creationId xmlns:a16="http://schemas.microsoft.com/office/drawing/2014/main" id="{B1323564-A6D9-4544-8F7A-8B581EC13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8813" y="3276601"/>
              <a:ext cx="177800" cy="1778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Oval 40">
              <a:extLst>
                <a:ext uri="{FF2B5EF4-FFF2-40B4-BE49-F238E27FC236}">
                  <a16:creationId xmlns:a16="http://schemas.microsoft.com/office/drawing/2014/main" id="{F3765DE9-BD33-44D7-9C44-46B4C1D45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6763" y="3033713"/>
              <a:ext cx="119063" cy="120650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Oval 41">
              <a:extLst>
                <a:ext uri="{FF2B5EF4-FFF2-40B4-BE49-F238E27FC236}">
                  <a16:creationId xmlns:a16="http://schemas.microsoft.com/office/drawing/2014/main" id="{A690F125-E0D3-4401-B95D-0CAF1309B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5065713"/>
              <a:ext cx="120650" cy="119063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Oval 42">
              <a:extLst>
                <a:ext uri="{FF2B5EF4-FFF2-40B4-BE49-F238E27FC236}">
                  <a16:creationId xmlns:a16="http://schemas.microsoft.com/office/drawing/2014/main" id="{E843C909-DA2C-41B1-9042-70D841C0D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1175" y="4278313"/>
              <a:ext cx="120650" cy="120650"/>
            </a:xfrm>
            <a:prstGeom prst="ellipse">
              <a:avLst/>
            </a:prstGeom>
            <a:noFill/>
            <a:ln w="222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43">
              <a:extLst>
                <a:ext uri="{FF2B5EF4-FFF2-40B4-BE49-F238E27FC236}">
                  <a16:creationId xmlns:a16="http://schemas.microsoft.com/office/drawing/2014/main" id="{301F89A1-6C7F-4D9C-B1E2-5A3AF0B87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7313" y="4051301"/>
              <a:ext cx="120650" cy="115888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Line 44">
              <a:extLst>
                <a:ext uri="{FF2B5EF4-FFF2-40B4-BE49-F238E27FC236}">
                  <a16:creationId xmlns:a16="http://schemas.microsoft.com/office/drawing/2014/main" id="{A0DAD74C-2F27-4385-BF90-2EFD70440D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05463" y="4040188"/>
              <a:ext cx="73025" cy="6826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Line 45">
              <a:extLst>
                <a:ext uri="{FF2B5EF4-FFF2-40B4-BE49-F238E27FC236}">
                  <a16:creationId xmlns:a16="http://schemas.microsoft.com/office/drawing/2014/main" id="{4DE22CAD-715F-4CE0-B869-026D938B3C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5463" y="4040188"/>
              <a:ext cx="73025" cy="6826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891E734D-E1D6-4E39-B551-364A7B1BF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0963" y="2711451"/>
              <a:ext cx="919163" cy="1308100"/>
            </a:xfrm>
            <a:custGeom>
              <a:avLst/>
              <a:gdLst>
                <a:gd name="T0" fmla="*/ 579 w 579"/>
                <a:gd name="T1" fmla="*/ 824 h 824"/>
                <a:gd name="T2" fmla="*/ 86 w 579"/>
                <a:gd name="T3" fmla="*/ 824 h 824"/>
                <a:gd name="T4" fmla="*/ 0 w 579"/>
                <a:gd name="T5" fmla="*/ 738 h 824"/>
                <a:gd name="T6" fmla="*/ 0 w 579"/>
                <a:gd name="T7" fmla="*/ 0 h 824"/>
                <a:gd name="T8" fmla="*/ 579 w 579"/>
                <a:gd name="T9" fmla="*/ 0 h 824"/>
                <a:gd name="T10" fmla="*/ 579 w 579"/>
                <a:gd name="T11" fmla="*/ 824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9" h="824">
                  <a:moveTo>
                    <a:pt x="579" y="824"/>
                  </a:moveTo>
                  <a:lnTo>
                    <a:pt x="86" y="824"/>
                  </a:lnTo>
                  <a:lnTo>
                    <a:pt x="0" y="738"/>
                  </a:lnTo>
                  <a:lnTo>
                    <a:pt x="0" y="0"/>
                  </a:lnTo>
                  <a:lnTo>
                    <a:pt x="579" y="0"/>
                  </a:lnTo>
                  <a:lnTo>
                    <a:pt x="579" y="824"/>
                  </a:lnTo>
                  <a:close/>
                </a:path>
              </a:pathLst>
            </a:custGeom>
            <a:solidFill>
              <a:srgbClr val="FFFF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F69956A5-85A3-40A5-87D9-DF00EFD76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0963" y="3883026"/>
              <a:ext cx="136525" cy="136525"/>
            </a:xfrm>
            <a:custGeom>
              <a:avLst/>
              <a:gdLst>
                <a:gd name="T0" fmla="*/ 0 w 86"/>
                <a:gd name="T1" fmla="*/ 0 h 86"/>
                <a:gd name="T2" fmla="*/ 86 w 86"/>
                <a:gd name="T3" fmla="*/ 86 h 86"/>
                <a:gd name="T4" fmla="*/ 86 w 86"/>
                <a:gd name="T5" fmla="*/ 0 h 86"/>
                <a:gd name="T6" fmla="*/ 0 w 86"/>
                <a:gd name="T7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86">
                  <a:moveTo>
                    <a:pt x="0" y="0"/>
                  </a:moveTo>
                  <a:lnTo>
                    <a:pt x="86" y="86"/>
                  </a:lnTo>
                  <a:lnTo>
                    <a:pt x="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ADB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15FF4075-7B3A-4F82-A05C-09FE80885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2873376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691552D0-BFD5-4ED7-B25C-3B3C0CCD3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2922588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Line 50">
              <a:extLst>
                <a:ext uri="{FF2B5EF4-FFF2-40B4-BE49-F238E27FC236}">
                  <a16:creationId xmlns:a16="http://schemas.microsoft.com/office/drawing/2014/main" id="{98DFC0C7-28B4-4BC6-8916-0697D9749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2973388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Line 51">
              <a:extLst>
                <a:ext uri="{FF2B5EF4-FFF2-40B4-BE49-F238E27FC236}">
                  <a16:creationId xmlns:a16="http://schemas.microsoft.com/office/drawing/2014/main" id="{2ED19D0F-C41E-4840-825A-CB67DB501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022601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Line 52">
              <a:extLst>
                <a:ext uri="{FF2B5EF4-FFF2-40B4-BE49-F238E27FC236}">
                  <a16:creationId xmlns:a16="http://schemas.microsoft.com/office/drawing/2014/main" id="{5A3FF88A-EA52-4711-A908-F73A9FE6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154363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Line 53">
              <a:extLst>
                <a:ext uri="{FF2B5EF4-FFF2-40B4-BE49-F238E27FC236}">
                  <a16:creationId xmlns:a16="http://schemas.microsoft.com/office/drawing/2014/main" id="{26AD24CE-F376-47BD-8EC3-1C79CABDCA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213101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Line 54">
              <a:extLst>
                <a:ext uri="{FF2B5EF4-FFF2-40B4-BE49-F238E27FC236}">
                  <a16:creationId xmlns:a16="http://schemas.microsoft.com/office/drawing/2014/main" id="{201EADCD-03DD-470B-9B4F-E69B7D7EFD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273426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Line 55">
              <a:extLst>
                <a:ext uri="{FF2B5EF4-FFF2-40B4-BE49-F238E27FC236}">
                  <a16:creationId xmlns:a16="http://schemas.microsoft.com/office/drawing/2014/main" id="{C6A571F0-82D3-472D-9549-0C0FFBD98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568701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Line 56">
              <a:extLst>
                <a:ext uri="{FF2B5EF4-FFF2-40B4-BE49-F238E27FC236}">
                  <a16:creationId xmlns:a16="http://schemas.microsoft.com/office/drawing/2014/main" id="{C68077C6-BBE6-435D-91CF-BA6D1595E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630613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Line 57">
              <a:extLst>
                <a:ext uri="{FF2B5EF4-FFF2-40B4-BE49-F238E27FC236}">
                  <a16:creationId xmlns:a16="http://schemas.microsoft.com/office/drawing/2014/main" id="{0AA8178D-6CBB-4DA1-9155-0C885DABD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0988" y="3689351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58">
              <a:extLst>
                <a:ext uri="{FF2B5EF4-FFF2-40B4-BE49-F238E27FC236}">
                  <a16:creationId xmlns:a16="http://schemas.microsoft.com/office/drawing/2014/main" id="{14F6EA38-AF91-4D49-A875-991391D89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8" y="3328988"/>
              <a:ext cx="158750" cy="158750"/>
            </a:xfrm>
            <a:prstGeom prst="ellipse">
              <a:avLst/>
            </a:prstGeom>
            <a:solidFill>
              <a:srgbClr val="22AB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Oval 59">
              <a:extLst>
                <a:ext uri="{FF2B5EF4-FFF2-40B4-BE49-F238E27FC236}">
                  <a16:creationId xmlns:a16="http://schemas.microsoft.com/office/drawing/2014/main" id="{B1E4DC28-8108-46D6-ADA3-8B5C4A3FB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3357563"/>
              <a:ext cx="103188" cy="106363"/>
            </a:xfrm>
            <a:prstGeom prst="ellipse">
              <a:avLst/>
            </a:prstGeom>
            <a:solidFill>
              <a:srgbClr val="FFBD66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0">
              <a:extLst>
                <a:ext uri="{FF2B5EF4-FFF2-40B4-BE49-F238E27FC236}">
                  <a16:creationId xmlns:a16="http://schemas.microsoft.com/office/drawing/2014/main" id="{069E8CF1-EF16-49A5-A30D-C942A3A6B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4825" y="3349626"/>
              <a:ext cx="149225" cy="133350"/>
            </a:xfrm>
            <a:custGeom>
              <a:avLst/>
              <a:gdLst>
                <a:gd name="T0" fmla="*/ 0 w 94"/>
                <a:gd name="T1" fmla="*/ 84 h 84"/>
                <a:gd name="T2" fmla="*/ 47 w 94"/>
                <a:gd name="T3" fmla="*/ 0 h 84"/>
                <a:gd name="T4" fmla="*/ 94 w 94"/>
                <a:gd name="T5" fmla="*/ 84 h 84"/>
                <a:gd name="T6" fmla="*/ 0 w 94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84">
                  <a:moveTo>
                    <a:pt x="0" y="84"/>
                  </a:moveTo>
                  <a:lnTo>
                    <a:pt x="47" y="0"/>
                  </a:lnTo>
                  <a:lnTo>
                    <a:pt x="94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64B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61">
              <a:extLst>
                <a:ext uri="{FF2B5EF4-FFF2-40B4-BE49-F238E27FC236}">
                  <a16:creationId xmlns:a16="http://schemas.microsoft.com/office/drawing/2014/main" id="{C3E163C0-557E-4605-945C-8B9C9EE0F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6963" y="3028951"/>
              <a:ext cx="85725" cy="661988"/>
            </a:xfrm>
            <a:custGeom>
              <a:avLst/>
              <a:gdLst>
                <a:gd name="T0" fmla="*/ 0 w 54"/>
                <a:gd name="T1" fmla="*/ 0 h 417"/>
                <a:gd name="T2" fmla="*/ 51 w 54"/>
                <a:gd name="T3" fmla="*/ 0 h 417"/>
                <a:gd name="T4" fmla="*/ 54 w 54"/>
                <a:gd name="T5" fmla="*/ 417 h 417"/>
                <a:gd name="T6" fmla="*/ 4 w 54"/>
                <a:gd name="T7" fmla="*/ 417 h 417"/>
                <a:gd name="T8" fmla="*/ 0 w 54"/>
                <a:gd name="T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17">
                  <a:moveTo>
                    <a:pt x="0" y="0"/>
                  </a:moveTo>
                  <a:lnTo>
                    <a:pt x="51" y="0"/>
                  </a:lnTo>
                  <a:lnTo>
                    <a:pt x="54" y="417"/>
                  </a:lnTo>
                  <a:lnTo>
                    <a:pt x="4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62">
              <a:extLst>
                <a:ext uri="{FF2B5EF4-FFF2-40B4-BE49-F238E27FC236}">
                  <a16:creationId xmlns:a16="http://schemas.microsoft.com/office/drawing/2014/main" id="{5A0BBE69-6A26-4807-93ED-48D5CD618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3313" y="3690938"/>
              <a:ext cx="79375" cy="88900"/>
            </a:xfrm>
            <a:custGeom>
              <a:avLst/>
              <a:gdLst>
                <a:gd name="T0" fmla="*/ 50 w 50"/>
                <a:gd name="T1" fmla="*/ 0 h 56"/>
                <a:gd name="T2" fmla="*/ 26 w 50"/>
                <a:gd name="T3" fmla="*/ 56 h 56"/>
                <a:gd name="T4" fmla="*/ 0 w 50"/>
                <a:gd name="T5" fmla="*/ 0 h 56"/>
                <a:gd name="T6" fmla="*/ 50 w 50"/>
                <a:gd name="T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56">
                  <a:moveTo>
                    <a:pt x="50" y="0"/>
                  </a:moveTo>
                  <a:lnTo>
                    <a:pt x="26" y="56"/>
                  </a:lnTo>
                  <a:lnTo>
                    <a:pt x="0" y="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BD66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63">
              <a:extLst>
                <a:ext uri="{FF2B5EF4-FFF2-40B4-BE49-F238E27FC236}">
                  <a16:creationId xmlns:a16="http://schemas.microsoft.com/office/drawing/2014/main" id="{958B6FE9-ABFB-40D0-82EF-A7258A153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7125" y="3744913"/>
              <a:ext cx="31750" cy="34925"/>
            </a:xfrm>
            <a:custGeom>
              <a:avLst/>
              <a:gdLst>
                <a:gd name="T0" fmla="*/ 20 w 20"/>
                <a:gd name="T1" fmla="*/ 0 h 22"/>
                <a:gd name="T2" fmla="*/ 0 w 20"/>
                <a:gd name="T3" fmla="*/ 0 h 22"/>
                <a:gd name="T4" fmla="*/ 11 w 20"/>
                <a:gd name="T5" fmla="*/ 22 h 22"/>
                <a:gd name="T6" fmla="*/ 20 w 20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2">
                  <a:moveTo>
                    <a:pt x="20" y="0"/>
                  </a:moveTo>
                  <a:lnTo>
                    <a:pt x="0" y="0"/>
                  </a:lnTo>
                  <a:lnTo>
                    <a:pt x="11" y="2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3F4749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Line 64">
              <a:extLst>
                <a:ext uri="{FF2B5EF4-FFF2-40B4-BE49-F238E27FC236}">
                  <a16:creationId xmlns:a16="http://schemas.microsoft.com/office/drawing/2014/main" id="{9D412759-B03B-4CED-ACF5-ABDBE667C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26650" y="3028951"/>
              <a:ext cx="4763" cy="661988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5">
              <a:extLst>
                <a:ext uri="{FF2B5EF4-FFF2-40B4-BE49-F238E27FC236}">
                  <a16:creationId xmlns:a16="http://schemas.microsoft.com/office/drawing/2014/main" id="{99ACB5AE-5F85-4FB6-A311-96D6E4944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3788" y="2989263"/>
              <a:ext cx="84138" cy="39688"/>
            </a:xfrm>
            <a:custGeom>
              <a:avLst/>
              <a:gdLst>
                <a:gd name="T0" fmla="*/ 0 w 53"/>
                <a:gd name="T1" fmla="*/ 0 h 25"/>
                <a:gd name="T2" fmla="*/ 53 w 53"/>
                <a:gd name="T3" fmla="*/ 0 h 25"/>
                <a:gd name="T4" fmla="*/ 53 w 53"/>
                <a:gd name="T5" fmla="*/ 25 h 25"/>
                <a:gd name="T6" fmla="*/ 2 w 53"/>
                <a:gd name="T7" fmla="*/ 25 h 25"/>
                <a:gd name="T8" fmla="*/ 0 w 53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5">
                  <a:moveTo>
                    <a:pt x="0" y="0"/>
                  </a:moveTo>
                  <a:lnTo>
                    <a:pt x="53" y="0"/>
                  </a:lnTo>
                  <a:lnTo>
                    <a:pt x="53" y="25"/>
                  </a:lnTo>
                  <a:lnTo>
                    <a:pt x="2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BCC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Rectangle 66">
              <a:extLst>
                <a:ext uri="{FF2B5EF4-FFF2-40B4-BE49-F238E27FC236}">
                  <a16:creationId xmlns:a16="http://schemas.microsoft.com/office/drawing/2014/main" id="{400A4C3E-A830-4592-BE25-811D98EC9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3788" y="2919413"/>
              <a:ext cx="84138" cy="69850"/>
            </a:xfrm>
            <a:prstGeom prst="rect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1D7C9807-0AF3-4AF4-8DD2-20E4089ECEC8}"/>
                </a:ext>
              </a:extLst>
            </p:cNvPr>
            <p:cNvGrpSpPr/>
            <p:nvPr/>
          </p:nvGrpSpPr>
          <p:grpSpPr>
            <a:xfrm>
              <a:off x="8043863" y="3411538"/>
              <a:ext cx="523875" cy="1406525"/>
              <a:chOff x="1744663" y="3436938"/>
              <a:chExt cx="523875" cy="1406525"/>
            </a:xfrm>
          </p:grpSpPr>
          <p:sp>
            <p:nvSpPr>
              <p:cNvPr id="76" name="Freeform 70">
                <a:extLst>
                  <a:ext uri="{FF2B5EF4-FFF2-40B4-BE49-F238E27FC236}">
                    <a16:creationId xmlns:a16="http://schemas.microsoft.com/office/drawing/2014/main" id="{608E460D-7A36-4001-8C5D-8966EC1E7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3" y="3436938"/>
                <a:ext cx="392113" cy="1254125"/>
              </a:xfrm>
              <a:custGeom>
                <a:avLst/>
                <a:gdLst>
                  <a:gd name="T0" fmla="*/ 110 w 247"/>
                  <a:gd name="T1" fmla="*/ 790 h 790"/>
                  <a:gd name="T2" fmla="*/ 0 w 247"/>
                  <a:gd name="T3" fmla="*/ 771 h 790"/>
                  <a:gd name="T4" fmla="*/ 137 w 247"/>
                  <a:gd name="T5" fmla="*/ 0 h 790"/>
                  <a:gd name="T6" fmla="*/ 247 w 247"/>
                  <a:gd name="T7" fmla="*/ 19 h 790"/>
                  <a:gd name="T8" fmla="*/ 110 w 247"/>
                  <a:gd name="T9" fmla="*/ 790 h 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7" h="790">
                    <a:moveTo>
                      <a:pt x="110" y="790"/>
                    </a:moveTo>
                    <a:lnTo>
                      <a:pt x="0" y="771"/>
                    </a:lnTo>
                    <a:lnTo>
                      <a:pt x="137" y="0"/>
                    </a:lnTo>
                    <a:lnTo>
                      <a:pt x="247" y="19"/>
                    </a:lnTo>
                    <a:lnTo>
                      <a:pt x="110" y="790"/>
                    </a:lnTo>
                    <a:close/>
                  </a:path>
                </a:pathLst>
              </a:custGeom>
              <a:solidFill>
                <a:srgbClr val="FFBD66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Line 71">
                <a:extLst>
                  <a:ext uri="{FF2B5EF4-FFF2-40B4-BE49-F238E27FC236}">
                    <a16:creationId xmlns:a16="http://schemas.microsoft.com/office/drawing/2014/main" id="{0F0524D9-E20F-4570-A03F-93E9F50FF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3276" y="3500438"/>
                <a:ext cx="77788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Line 72">
                <a:extLst>
                  <a:ext uri="{FF2B5EF4-FFF2-40B4-BE49-F238E27FC236}">
                    <a16:creationId xmlns:a16="http://schemas.microsoft.com/office/drawing/2014/main" id="{C5026554-EABD-4699-AB02-A6041D246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0576" y="3570288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Line 73">
                <a:extLst>
                  <a:ext uri="{FF2B5EF4-FFF2-40B4-BE49-F238E27FC236}">
                    <a16:creationId xmlns:a16="http://schemas.microsoft.com/office/drawing/2014/main" id="{526D65AA-C13C-4C70-BE48-F4A5576D7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9463" y="3636963"/>
                <a:ext cx="38100" cy="9525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74">
                <a:extLst>
                  <a:ext uri="{FF2B5EF4-FFF2-40B4-BE49-F238E27FC236}">
                    <a16:creationId xmlns:a16="http://schemas.microsoft.com/office/drawing/2014/main" id="{F49BD7DE-452B-4C66-97D8-798821689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6763" y="3705226"/>
                <a:ext cx="39688" cy="793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75">
                <a:extLst>
                  <a:ext uri="{FF2B5EF4-FFF2-40B4-BE49-F238E27FC236}">
                    <a16:creationId xmlns:a16="http://schemas.microsoft.com/office/drawing/2014/main" id="{1320BB7E-8253-4718-935E-C91336C9D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476" y="3775076"/>
                <a:ext cx="80963" cy="1428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Line 76">
                <a:extLst>
                  <a:ext uri="{FF2B5EF4-FFF2-40B4-BE49-F238E27FC236}">
                    <a16:creationId xmlns:a16="http://schemas.microsoft.com/office/drawing/2014/main" id="{D02117E2-D832-4C6F-A5A1-295964992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951" y="3841751"/>
                <a:ext cx="36513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Line 77">
                <a:extLst>
                  <a:ext uri="{FF2B5EF4-FFF2-40B4-BE49-F238E27FC236}">
                    <a16:creationId xmlns:a16="http://schemas.microsoft.com/office/drawing/2014/main" id="{7FFB3BD4-A1C2-4277-A5B2-4A15F3245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0251" y="3911601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Line 78">
                <a:extLst>
                  <a:ext uri="{FF2B5EF4-FFF2-40B4-BE49-F238E27FC236}">
                    <a16:creationId xmlns:a16="http://schemas.microsoft.com/office/drawing/2014/main" id="{8CEFE09D-585C-4460-96EC-E39B42E77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5963" y="3981451"/>
                <a:ext cx="41275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Line 79">
                <a:extLst>
                  <a:ext uri="{FF2B5EF4-FFF2-40B4-BE49-F238E27FC236}">
                    <a16:creationId xmlns:a16="http://schemas.microsoft.com/office/drawing/2014/main" id="{C6CAD239-352A-402F-AFD4-39C6C84C2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438" y="4048126"/>
                <a:ext cx="76200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Line 80">
                <a:extLst>
                  <a:ext uri="{FF2B5EF4-FFF2-40B4-BE49-F238E27FC236}">
                    <a16:creationId xmlns:a16="http://schemas.microsoft.com/office/drawing/2014/main" id="{873CC9F3-0BCD-48FE-ADA2-125705B4D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2151" y="4116388"/>
                <a:ext cx="41275" cy="793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Line 81">
                <a:extLst>
                  <a:ext uri="{FF2B5EF4-FFF2-40B4-BE49-F238E27FC236}">
                    <a16:creationId xmlns:a16="http://schemas.microsoft.com/office/drawing/2014/main" id="{06690027-7407-40E6-B825-EE151C6DBC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9451" y="4183063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Line 82">
                <a:extLst>
                  <a:ext uri="{FF2B5EF4-FFF2-40B4-BE49-F238E27FC236}">
                    <a16:creationId xmlns:a16="http://schemas.microsoft.com/office/drawing/2014/main" id="{12638645-D4A4-41E6-920C-0B1B2C7C5B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9926" y="4252913"/>
                <a:ext cx="36513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Line 83">
                <a:extLst>
                  <a:ext uri="{FF2B5EF4-FFF2-40B4-BE49-F238E27FC236}">
                    <a16:creationId xmlns:a16="http://schemas.microsoft.com/office/drawing/2014/main" id="{B540F35F-5708-4A22-9AED-27C47CD75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5638" y="4322763"/>
                <a:ext cx="77788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Line 84">
                <a:extLst>
                  <a:ext uri="{FF2B5EF4-FFF2-40B4-BE49-F238E27FC236}">
                    <a16:creationId xmlns:a16="http://schemas.microsoft.com/office/drawing/2014/main" id="{83CCBB65-C962-46A3-8B3C-7A409B53DE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113" y="4389438"/>
                <a:ext cx="36513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Line 85">
                <a:extLst>
                  <a:ext uri="{FF2B5EF4-FFF2-40B4-BE49-F238E27FC236}">
                    <a16:creationId xmlns:a16="http://schemas.microsoft.com/office/drawing/2014/main" id="{14C39771-8CA2-4B40-9C29-0DD999200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1826" y="4457701"/>
                <a:ext cx="38100" cy="793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Line 86">
                <a:extLst>
                  <a:ext uri="{FF2B5EF4-FFF2-40B4-BE49-F238E27FC236}">
                    <a16:creationId xmlns:a16="http://schemas.microsoft.com/office/drawing/2014/main" id="{2018B3A2-8D16-43FB-B0C9-61D1BAE87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9126" y="4524376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Line 87">
                <a:extLst>
                  <a:ext uri="{FF2B5EF4-FFF2-40B4-BE49-F238E27FC236}">
                    <a16:creationId xmlns:a16="http://schemas.microsoft.com/office/drawing/2014/main" id="{77EF98ED-172B-4A06-B609-DE6B8DF85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9601" y="4594226"/>
                <a:ext cx="76200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88">
                <a:extLst>
                  <a:ext uri="{FF2B5EF4-FFF2-40B4-BE49-F238E27FC236}">
                    <a16:creationId xmlns:a16="http://schemas.microsoft.com/office/drawing/2014/main" id="{B935FF52-4143-4E7F-BA97-51735DCD2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9763" y="3890963"/>
                <a:ext cx="358775" cy="779463"/>
              </a:xfrm>
              <a:custGeom>
                <a:avLst/>
                <a:gdLst>
                  <a:gd name="T0" fmla="*/ 59 w 226"/>
                  <a:gd name="T1" fmla="*/ 491 h 491"/>
                  <a:gd name="T2" fmla="*/ 0 w 226"/>
                  <a:gd name="T3" fmla="*/ 470 h 491"/>
                  <a:gd name="T4" fmla="*/ 166 w 226"/>
                  <a:gd name="T5" fmla="*/ 0 h 491"/>
                  <a:gd name="T6" fmla="*/ 226 w 226"/>
                  <a:gd name="T7" fmla="*/ 21 h 491"/>
                  <a:gd name="T8" fmla="*/ 59 w 226"/>
                  <a:gd name="T9" fmla="*/ 491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491">
                    <a:moveTo>
                      <a:pt x="59" y="491"/>
                    </a:moveTo>
                    <a:lnTo>
                      <a:pt x="0" y="470"/>
                    </a:lnTo>
                    <a:lnTo>
                      <a:pt x="166" y="0"/>
                    </a:lnTo>
                    <a:lnTo>
                      <a:pt x="226" y="21"/>
                    </a:lnTo>
                    <a:lnTo>
                      <a:pt x="59" y="491"/>
                    </a:lnTo>
                    <a:close/>
                  </a:path>
                </a:pathLst>
              </a:custGeom>
              <a:solidFill>
                <a:srgbClr val="7FEFD2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89">
                <a:extLst>
                  <a:ext uri="{FF2B5EF4-FFF2-40B4-BE49-F238E27FC236}">
                    <a16:creationId xmlns:a16="http://schemas.microsoft.com/office/drawing/2014/main" id="{871967AA-11B5-4C01-85CF-BC555F0F3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288" y="3808413"/>
                <a:ext cx="95250" cy="115888"/>
              </a:xfrm>
              <a:custGeom>
                <a:avLst/>
                <a:gdLst>
                  <a:gd name="T0" fmla="*/ 0 w 60"/>
                  <a:gd name="T1" fmla="*/ 52 h 73"/>
                  <a:gd name="T2" fmla="*/ 51 w 60"/>
                  <a:gd name="T3" fmla="*/ 0 h 73"/>
                  <a:gd name="T4" fmla="*/ 60 w 60"/>
                  <a:gd name="T5" fmla="*/ 73 h 73"/>
                  <a:gd name="T6" fmla="*/ 0 w 60"/>
                  <a:gd name="T7" fmla="*/ 52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73">
                    <a:moveTo>
                      <a:pt x="0" y="52"/>
                    </a:moveTo>
                    <a:lnTo>
                      <a:pt x="51" y="0"/>
                    </a:lnTo>
                    <a:lnTo>
                      <a:pt x="60" y="73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BD66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90">
                <a:extLst>
                  <a:ext uri="{FF2B5EF4-FFF2-40B4-BE49-F238E27FC236}">
                    <a16:creationId xmlns:a16="http://schemas.microsoft.com/office/drawing/2014/main" id="{D547AC0C-A719-49E0-92F0-FAA061BE6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088" y="3808413"/>
                <a:ext cx="36513" cy="46038"/>
              </a:xfrm>
              <a:custGeom>
                <a:avLst/>
                <a:gdLst>
                  <a:gd name="T0" fmla="*/ 0 w 23"/>
                  <a:gd name="T1" fmla="*/ 21 h 29"/>
                  <a:gd name="T2" fmla="*/ 23 w 23"/>
                  <a:gd name="T3" fmla="*/ 29 h 29"/>
                  <a:gd name="T4" fmla="*/ 19 w 23"/>
                  <a:gd name="T5" fmla="*/ 0 h 29"/>
                  <a:gd name="T6" fmla="*/ 0 w 23"/>
                  <a:gd name="T7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29">
                    <a:moveTo>
                      <a:pt x="0" y="21"/>
                    </a:moveTo>
                    <a:lnTo>
                      <a:pt x="23" y="29"/>
                    </a:lnTo>
                    <a:lnTo>
                      <a:pt x="1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3F4749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Line 91">
                <a:extLst>
                  <a:ext uri="{FF2B5EF4-FFF2-40B4-BE49-F238E27FC236}">
                    <a16:creationId xmlns:a16="http://schemas.microsoft.com/office/drawing/2014/main" id="{6DD34678-8D51-40EA-B841-D8ADB1D82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5801" y="3908426"/>
                <a:ext cx="265113" cy="746125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2">
                <a:extLst>
                  <a:ext uri="{FF2B5EF4-FFF2-40B4-BE49-F238E27FC236}">
                    <a16:creationId xmlns:a16="http://schemas.microsoft.com/office/drawing/2014/main" id="{6B8E6F4D-10C3-42FF-9DCE-8A8CC5D8F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301" y="4637088"/>
                <a:ext cx="111125" cy="73025"/>
              </a:xfrm>
              <a:custGeom>
                <a:avLst/>
                <a:gdLst>
                  <a:gd name="T0" fmla="*/ 59 w 70"/>
                  <a:gd name="T1" fmla="*/ 46 h 46"/>
                  <a:gd name="T2" fmla="*/ 0 w 70"/>
                  <a:gd name="T3" fmla="*/ 27 h 46"/>
                  <a:gd name="T4" fmla="*/ 11 w 70"/>
                  <a:gd name="T5" fmla="*/ 0 h 46"/>
                  <a:gd name="T6" fmla="*/ 70 w 70"/>
                  <a:gd name="T7" fmla="*/ 21 h 46"/>
                  <a:gd name="T8" fmla="*/ 59 w 7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46">
                    <a:moveTo>
                      <a:pt x="59" y="46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70" y="21"/>
                    </a:lnTo>
                    <a:lnTo>
                      <a:pt x="59" y="46"/>
                    </a:lnTo>
                    <a:close/>
                  </a:path>
                </a:pathLst>
              </a:custGeom>
              <a:solidFill>
                <a:srgbClr val="C4CBCC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93">
                <a:extLst>
                  <a:ext uri="{FF2B5EF4-FFF2-40B4-BE49-F238E27FC236}">
                    <a16:creationId xmlns:a16="http://schemas.microsoft.com/office/drawing/2014/main" id="{B8185C91-090C-414F-B329-CF8A5408F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3" y="4679951"/>
                <a:ext cx="120650" cy="109538"/>
              </a:xfrm>
              <a:custGeom>
                <a:avLst/>
                <a:gdLst>
                  <a:gd name="T0" fmla="*/ 59 w 76"/>
                  <a:gd name="T1" fmla="*/ 69 h 69"/>
                  <a:gd name="T2" fmla="*/ 0 w 76"/>
                  <a:gd name="T3" fmla="*/ 48 h 69"/>
                  <a:gd name="T4" fmla="*/ 17 w 76"/>
                  <a:gd name="T5" fmla="*/ 0 h 69"/>
                  <a:gd name="T6" fmla="*/ 76 w 76"/>
                  <a:gd name="T7" fmla="*/ 19 h 69"/>
                  <a:gd name="T8" fmla="*/ 59 w 76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69">
                    <a:moveTo>
                      <a:pt x="59" y="69"/>
                    </a:moveTo>
                    <a:lnTo>
                      <a:pt x="0" y="48"/>
                    </a:lnTo>
                    <a:lnTo>
                      <a:pt x="17" y="0"/>
                    </a:lnTo>
                    <a:lnTo>
                      <a:pt x="76" y="19"/>
                    </a:lnTo>
                    <a:lnTo>
                      <a:pt x="59" y="69"/>
                    </a:lnTo>
                    <a:close/>
                  </a:path>
                </a:pathLst>
              </a:custGeom>
              <a:solidFill>
                <a:srgbClr val="EDEDED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94">
                <a:extLst>
                  <a:ext uri="{FF2B5EF4-FFF2-40B4-BE49-F238E27FC236}">
                    <a16:creationId xmlns:a16="http://schemas.microsoft.com/office/drawing/2014/main" id="{BB4AF236-1CD3-4A87-ACA9-935019880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938" y="3881438"/>
                <a:ext cx="173038" cy="795338"/>
              </a:xfrm>
              <a:custGeom>
                <a:avLst/>
                <a:gdLst>
                  <a:gd name="T0" fmla="*/ 0 w 109"/>
                  <a:gd name="T1" fmla="*/ 6 h 501"/>
                  <a:gd name="T2" fmla="*/ 63 w 109"/>
                  <a:gd name="T3" fmla="*/ 0 h 501"/>
                  <a:gd name="T4" fmla="*/ 109 w 109"/>
                  <a:gd name="T5" fmla="*/ 495 h 501"/>
                  <a:gd name="T6" fmla="*/ 46 w 109"/>
                  <a:gd name="T7" fmla="*/ 501 h 501"/>
                  <a:gd name="T8" fmla="*/ 0 w 109"/>
                  <a:gd name="T9" fmla="*/ 6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501">
                    <a:moveTo>
                      <a:pt x="0" y="6"/>
                    </a:moveTo>
                    <a:lnTo>
                      <a:pt x="63" y="0"/>
                    </a:lnTo>
                    <a:lnTo>
                      <a:pt x="109" y="495"/>
                    </a:lnTo>
                    <a:lnTo>
                      <a:pt x="46" y="50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64BD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95">
                <a:extLst>
                  <a:ext uri="{FF2B5EF4-FFF2-40B4-BE49-F238E27FC236}">
                    <a16:creationId xmlns:a16="http://schemas.microsoft.com/office/drawing/2014/main" id="{22AA87F7-EC8A-4BC8-957F-5D0123CD9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8963" y="4667251"/>
                <a:ext cx="100013" cy="112713"/>
              </a:xfrm>
              <a:custGeom>
                <a:avLst/>
                <a:gdLst>
                  <a:gd name="T0" fmla="*/ 63 w 63"/>
                  <a:gd name="T1" fmla="*/ 0 h 71"/>
                  <a:gd name="T2" fmla="*/ 38 w 63"/>
                  <a:gd name="T3" fmla="*/ 71 h 71"/>
                  <a:gd name="T4" fmla="*/ 0 w 63"/>
                  <a:gd name="T5" fmla="*/ 6 h 71"/>
                  <a:gd name="T6" fmla="*/ 63 w 63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71">
                    <a:moveTo>
                      <a:pt x="63" y="0"/>
                    </a:moveTo>
                    <a:lnTo>
                      <a:pt x="38" y="71"/>
                    </a:lnTo>
                    <a:lnTo>
                      <a:pt x="0" y="6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FBD66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96">
                <a:extLst>
                  <a:ext uri="{FF2B5EF4-FFF2-40B4-BE49-F238E27FC236}">
                    <a16:creationId xmlns:a16="http://schemas.microsoft.com/office/drawing/2014/main" id="{E31FF13F-D39E-4D70-9A18-23A7EC38E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5476" y="4737101"/>
                <a:ext cx="41275" cy="42863"/>
              </a:xfrm>
              <a:custGeom>
                <a:avLst/>
                <a:gdLst>
                  <a:gd name="T0" fmla="*/ 26 w 26"/>
                  <a:gd name="T1" fmla="*/ 0 h 27"/>
                  <a:gd name="T2" fmla="*/ 0 w 26"/>
                  <a:gd name="T3" fmla="*/ 2 h 27"/>
                  <a:gd name="T4" fmla="*/ 15 w 26"/>
                  <a:gd name="T5" fmla="*/ 27 h 27"/>
                  <a:gd name="T6" fmla="*/ 26 w 26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27">
                    <a:moveTo>
                      <a:pt x="26" y="0"/>
                    </a:moveTo>
                    <a:lnTo>
                      <a:pt x="0" y="2"/>
                    </a:lnTo>
                    <a:lnTo>
                      <a:pt x="15" y="27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3F4749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Line 97">
                <a:extLst>
                  <a:ext uri="{FF2B5EF4-FFF2-40B4-BE49-F238E27FC236}">
                    <a16:creationId xmlns:a16="http://schemas.microsoft.com/office/drawing/2014/main" id="{0D0E5F1F-0519-43D6-9322-4A17389C7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151" y="3887788"/>
                <a:ext cx="74613" cy="785813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98">
                <a:extLst>
                  <a:ext uri="{FF2B5EF4-FFF2-40B4-BE49-F238E27FC236}">
                    <a16:creationId xmlns:a16="http://schemas.microsoft.com/office/drawing/2014/main" id="{B1FD3C7B-AA00-451B-AEEF-24AE6247D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763" y="3838576"/>
                <a:ext cx="103188" cy="52388"/>
              </a:xfrm>
              <a:custGeom>
                <a:avLst/>
                <a:gdLst>
                  <a:gd name="T0" fmla="*/ 0 w 65"/>
                  <a:gd name="T1" fmla="*/ 6 h 33"/>
                  <a:gd name="T2" fmla="*/ 63 w 65"/>
                  <a:gd name="T3" fmla="*/ 0 h 33"/>
                  <a:gd name="T4" fmla="*/ 65 w 65"/>
                  <a:gd name="T5" fmla="*/ 27 h 33"/>
                  <a:gd name="T6" fmla="*/ 2 w 65"/>
                  <a:gd name="T7" fmla="*/ 33 h 33"/>
                  <a:gd name="T8" fmla="*/ 0 w 65"/>
                  <a:gd name="T9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33">
                    <a:moveTo>
                      <a:pt x="0" y="6"/>
                    </a:moveTo>
                    <a:lnTo>
                      <a:pt x="63" y="0"/>
                    </a:lnTo>
                    <a:lnTo>
                      <a:pt x="65" y="27"/>
                    </a:lnTo>
                    <a:lnTo>
                      <a:pt x="2" y="3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4CBCC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99">
                <a:extLst>
                  <a:ext uri="{FF2B5EF4-FFF2-40B4-BE49-F238E27FC236}">
                    <a16:creationId xmlns:a16="http://schemas.microsoft.com/office/drawing/2014/main" id="{52647D9D-E4A3-45B9-9FE0-689B2D145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826" y="3756026"/>
                <a:ext cx="107950" cy="92075"/>
              </a:xfrm>
              <a:custGeom>
                <a:avLst/>
                <a:gdLst>
                  <a:gd name="T0" fmla="*/ 0 w 68"/>
                  <a:gd name="T1" fmla="*/ 6 h 58"/>
                  <a:gd name="T2" fmla="*/ 62 w 68"/>
                  <a:gd name="T3" fmla="*/ 0 h 58"/>
                  <a:gd name="T4" fmla="*/ 68 w 68"/>
                  <a:gd name="T5" fmla="*/ 52 h 58"/>
                  <a:gd name="T6" fmla="*/ 5 w 68"/>
                  <a:gd name="T7" fmla="*/ 58 h 58"/>
                  <a:gd name="T8" fmla="*/ 0 w 68"/>
                  <a:gd name="T9" fmla="*/ 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58">
                    <a:moveTo>
                      <a:pt x="0" y="6"/>
                    </a:moveTo>
                    <a:lnTo>
                      <a:pt x="62" y="0"/>
                    </a:lnTo>
                    <a:lnTo>
                      <a:pt x="68" y="52"/>
                    </a:lnTo>
                    <a:lnTo>
                      <a:pt x="5" y="5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DEDED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100">
                <a:extLst>
                  <a:ext uri="{FF2B5EF4-FFF2-40B4-BE49-F238E27FC236}">
                    <a16:creationId xmlns:a16="http://schemas.microsoft.com/office/drawing/2014/main" id="{92BBF417-1A8D-46D9-A9E2-BC8CC4741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651" y="4332288"/>
                <a:ext cx="428625" cy="511175"/>
              </a:xfrm>
              <a:custGeom>
                <a:avLst/>
                <a:gdLst>
                  <a:gd name="T0" fmla="*/ 128 w 128"/>
                  <a:gd name="T1" fmla="*/ 0 h 154"/>
                  <a:gd name="T2" fmla="*/ 0 w 128"/>
                  <a:gd name="T3" fmla="*/ 0 h 154"/>
                  <a:gd name="T4" fmla="*/ 0 w 128"/>
                  <a:gd name="T5" fmla="*/ 132 h 154"/>
                  <a:gd name="T6" fmla="*/ 22 w 128"/>
                  <a:gd name="T7" fmla="*/ 154 h 154"/>
                  <a:gd name="T8" fmla="*/ 106 w 128"/>
                  <a:gd name="T9" fmla="*/ 154 h 154"/>
                  <a:gd name="T10" fmla="*/ 128 w 128"/>
                  <a:gd name="T11" fmla="*/ 132 h 154"/>
                  <a:gd name="T12" fmla="*/ 128 w 128"/>
                  <a:gd name="T13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54">
                    <a:moveTo>
                      <a:pt x="12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44"/>
                      <a:pt x="10" y="154"/>
                      <a:pt x="22" y="154"/>
                    </a:cubicBezTo>
                    <a:cubicBezTo>
                      <a:pt x="106" y="154"/>
                      <a:pt x="106" y="154"/>
                      <a:pt x="106" y="154"/>
                    </a:cubicBezTo>
                    <a:cubicBezTo>
                      <a:pt x="118" y="154"/>
                      <a:pt x="128" y="144"/>
                      <a:pt x="128" y="132"/>
                    </a:cubicBezTo>
                    <a:lnTo>
                      <a:pt x="128" y="0"/>
                    </a:lnTo>
                    <a:close/>
                  </a:path>
                </a:pathLst>
              </a:custGeom>
              <a:solidFill>
                <a:srgbClr val="C4CBCC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Rectangle 101">
                <a:extLst>
                  <a:ext uri="{FF2B5EF4-FFF2-40B4-BE49-F238E27FC236}">
                    <a16:creationId xmlns:a16="http://schemas.microsoft.com/office/drawing/2014/main" id="{1ADE263C-AE55-4CE1-A149-F312A5449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4663" y="4232276"/>
                <a:ext cx="482600" cy="100013"/>
              </a:xfrm>
              <a:prstGeom prst="rect">
                <a:avLst/>
              </a:prstGeom>
              <a:solidFill>
                <a:srgbClr val="D5DADB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Line 102">
                <a:extLst>
                  <a:ext uri="{FF2B5EF4-FFF2-40B4-BE49-F238E27FC236}">
                    <a16:creationId xmlns:a16="http://schemas.microsoft.com/office/drawing/2014/main" id="{B356735E-3A69-4520-8189-CAD16C276A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5626" y="4335463"/>
                <a:ext cx="0" cy="195263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Line 103">
                <a:extLst>
                  <a:ext uri="{FF2B5EF4-FFF2-40B4-BE49-F238E27FC236}">
                    <a16:creationId xmlns:a16="http://schemas.microsoft.com/office/drawing/2014/main" id="{90CA406A-2835-414F-A729-D99EE04274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951" y="4554538"/>
                <a:ext cx="0" cy="5238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Line 104">
                <a:extLst>
                  <a:ext uri="{FF2B5EF4-FFF2-40B4-BE49-F238E27FC236}">
                    <a16:creationId xmlns:a16="http://schemas.microsoft.com/office/drawing/2014/main" id="{11196DBE-098B-4173-B033-8932ADCF4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951" y="4654551"/>
                <a:ext cx="0" cy="5238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49343" y="3146381"/>
            <a:ext cx="476090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1049344" y="1673090"/>
            <a:ext cx="4760906" cy="1473292"/>
          </a:xfrm>
        </p:spPr>
        <p:txBody>
          <a:bodyPr anchor="ctr">
            <a:norm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Click to edit Master subtitle style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049344" y="4300673"/>
            <a:ext cx="2913783" cy="248371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 b="0">
                <a:solidFill>
                  <a:srgbClr val="21C1B2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49344" y="4552075"/>
            <a:ext cx="2913783" cy="248371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 b="0">
                <a:solidFill>
                  <a:srgbClr val="21C1B2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691573" y="2959476"/>
            <a:ext cx="4535055" cy="65679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800" y="3770677"/>
            <a:ext cx="4546600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E199438D-AF28-4FDA-8200-4E08A43535B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9924" y="3635377"/>
            <a:ext cx="11522075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B2760E-74C3-4C45-B7EC-F2EBCE333B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455024" y="3095627"/>
            <a:ext cx="3736975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7619262B-A749-4FD3-B668-372B56FA6C0D}"/>
              </a:ext>
            </a:extLst>
          </p:cNvPr>
          <p:cNvSpPr>
            <a:spLocks/>
          </p:cNvSpPr>
          <p:nvPr userDrawn="1"/>
        </p:nvSpPr>
        <p:spPr bwMode="auto">
          <a:xfrm>
            <a:off x="10394949" y="3660777"/>
            <a:ext cx="657225" cy="176213"/>
          </a:xfrm>
          <a:custGeom>
            <a:avLst/>
            <a:gdLst>
              <a:gd name="T0" fmla="*/ 203 w 236"/>
              <a:gd name="T1" fmla="*/ 9 h 63"/>
              <a:gd name="T2" fmla="*/ 118 w 236"/>
              <a:gd name="T3" fmla="*/ 0 h 63"/>
              <a:gd name="T4" fmla="*/ 33 w 236"/>
              <a:gd name="T5" fmla="*/ 9 h 63"/>
              <a:gd name="T6" fmla="*/ 0 w 236"/>
              <a:gd name="T7" fmla="*/ 9 h 63"/>
              <a:gd name="T8" fmla="*/ 0 w 236"/>
              <a:gd name="T9" fmla="*/ 31 h 63"/>
              <a:gd name="T10" fmla="*/ 118 w 236"/>
              <a:gd name="T11" fmla="*/ 63 h 63"/>
              <a:gd name="T12" fmla="*/ 236 w 236"/>
              <a:gd name="T13" fmla="*/ 31 h 63"/>
              <a:gd name="T14" fmla="*/ 236 w 236"/>
              <a:gd name="T15" fmla="*/ 9 h 63"/>
              <a:gd name="T16" fmla="*/ 203 w 236"/>
              <a:gd name="T17" fmla="*/ 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" h="63">
                <a:moveTo>
                  <a:pt x="203" y="9"/>
                </a:moveTo>
                <a:cubicBezTo>
                  <a:pt x="181" y="4"/>
                  <a:pt x="151" y="0"/>
                  <a:pt x="118" y="0"/>
                </a:cubicBezTo>
                <a:cubicBezTo>
                  <a:pt x="84" y="0"/>
                  <a:pt x="54" y="4"/>
                  <a:pt x="33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49"/>
                  <a:pt x="52" y="63"/>
                  <a:pt x="118" y="63"/>
                </a:cubicBezTo>
                <a:cubicBezTo>
                  <a:pt x="183" y="63"/>
                  <a:pt x="236" y="49"/>
                  <a:pt x="236" y="31"/>
                </a:cubicBezTo>
                <a:cubicBezTo>
                  <a:pt x="236" y="9"/>
                  <a:pt x="236" y="9"/>
                  <a:pt x="236" y="9"/>
                </a:cubicBezTo>
                <a:lnTo>
                  <a:pt x="203" y="9"/>
                </a:lnTo>
                <a:close/>
              </a:path>
            </a:pathLst>
          </a:custGeom>
          <a:solidFill>
            <a:srgbClr val="C4CBCC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C4E81E0C-E907-4A25-A6F8-2CAEC137AC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394949" y="3598864"/>
            <a:ext cx="657225" cy="176213"/>
          </a:xfrm>
          <a:prstGeom prst="ellipse">
            <a:avLst/>
          </a:prstGeom>
          <a:solidFill>
            <a:srgbClr val="EDEDED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524CB80F-2CFC-4A8A-951F-FF120AF65E3F}"/>
              </a:ext>
            </a:extLst>
          </p:cNvPr>
          <p:cNvSpPr>
            <a:spLocks/>
          </p:cNvSpPr>
          <p:nvPr userDrawn="1"/>
        </p:nvSpPr>
        <p:spPr bwMode="auto">
          <a:xfrm>
            <a:off x="9651999" y="3294064"/>
            <a:ext cx="2141538" cy="249238"/>
          </a:xfrm>
          <a:custGeom>
            <a:avLst/>
            <a:gdLst>
              <a:gd name="T0" fmla="*/ 0 w 769"/>
              <a:gd name="T1" fmla="*/ 2 h 90"/>
              <a:gd name="T2" fmla="*/ 88 w 769"/>
              <a:gd name="T3" fmla="*/ 90 h 90"/>
              <a:gd name="T4" fmla="*/ 681 w 769"/>
              <a:gd name="T5" fmla="*/ 90 h 90"/>
              <a:gd name="T6" fmla="*/ 769 w 769"/>
              <a:gd name="T7" fmla="*/ 2 h 90"/>
              <a:gd name="T8" fmla="*/ 769 w 769"/>
              <a:gd name="T9" fmla="*/ 0 h 90"/>
              <a:gd name="T10" fmla="*/ 0 w 769"/>
              <a:gd name="T11" fmla="*/ 0 h 90"/>
              <a:gd name="T12" fmla="*/ 0 w 769"/>
              <a:gd name="T13" fmla="*/ 2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9" h="90">
                <a:moveTo>
                  <a:pt x="0" y="2"/>
                </a:moveTo>
                <a:cubicBezTo>
                  <a:pt x="0" y="51"/>
                  <a:pt x="40" y="90"/>
                  <a:pt x="88" y="90"/>
                </a:cubicBezTo>
                <a:cubicBezTo>
                  <a:pt x="681" y="90"/>
                  <a:pt x="681" y="90"/>
                  <a:pt x="681" y="90"/>
                </a:cubicBezTo>
                <a:cubicBezTo>
                  <a:pt x="730" y="90"/>
                  <a:pt x="769" y="51"/>
                  <a:pt x="769" y="2"/>
                </a:cubicBezTo>
                <a:cubicBezTo>
                  <a:pt x="769" y="0"/>
                  <a:pt x="769" y="0"/>
                  <a:pt x="769" y="0"/>
                </a:cubicBezTo>
                <a:cubicBezTo>
                  <a:pt x="0" y="0"/>
                  <a:pt x="0" y="0"/>
                  <a:pt x="0" y="0"/>
                </a:cubicBez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4A16186A-3F7D-4832-B5D8-6F61F369568D}"/>
              </a:ext>
            </a:extLst>
          </p:cNvPr>
          <p:cNvSpPr>
            <a:spLocks/>
          </p:cNvSpPr>
          <p:nvPr userDrawn="1"/>
        </p:nvSpPr>
        <p:spPr bwMode="auto">
          <a:xfrm>
            <a:off x="9651999" y="2035177"/>
            <a:ext cx="2141538" cy="1258888"/>
          </a:xfrm>
          <a:custGeom>
            <a:avLst/>
            <a:gdLst>
              <a:gd name="T0" fmla="*/ 681 w 769"/>
              <a:gd name="T1" fmla="*/ 0 h 452"/>
              <a:gd name="T2" fmla="*/ 88 w 769"/>
              <a:gd name="T3" fmla="*/ 0 h 452"/>
              <a:gd name="T4" fmla="*/ 0 w 769"/>
              <a:gd name="T5" fmla="*/ 88 h 452"/>
              <a:gd name="T6" fmla="*/ 0 w 769"/>
              <a:gd name="T7" fmla="*/ 452 h 452"/>
              <a:gd name="T8" fmla="*/ 769 w 769"/>
              <a:gd name="T9" fmla="*/ 452 h 452"/>
              <a:gd name="T10" fmla="*/ 769 w 769"/>
              <a:gd name="T11" fmla="*/ 88 h 452"/>
              <a:gd name="T12" fmla="*/ 681 w 769"/>
              <a:gd name="T13" fmla="*/ 0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9" h="452">
                <a:moveTo>
                  <a:pt x="681" y="0"/>
                </a:moveTo>
                <a:cubicBezTo>
                  <a:pt x="88" y="0"/>
                  <a:pt x="88" y="0"/>
                  <a:pt x="88" y="0"/>
                </a:cubicBezTo>
                <a:cubicBezTo>
                  <a:pt x="40" y="0"/>
                  <a:pt x="0" y="39"/>
                  <a:pt x="0" y="88"/>
                </a:cubicBezTo>
                <a:cubicBezTo>
                  <a:pt x="0" y="452"/>
                  <a:pt x="0" y="452"/>
                  <a:pt x="0" y="452"/>
                </a:cubicBezTo>
                <a:cubicBezTo>
                  <a:pt x="769" y="452"/>
                  <a:pt x="769" y="452"/>
                  <a:pt x="769" y="452"/>
                </a:cubicBezTo>
                <a:cubicBezTo>
                  <a:pt x="769" y="88"/>
                  <a:pt x="769" y="88"/>
                  <a:pt x="769" y="88"/>
                </a:cubicBezTo>
                <a:cubicBezTo>
                  <a:pt x="769" y="39"/>
                  <a:pt x="730" y="0"/>
                  <a:pt x="681" y="0"/>
                </a:cubicBezTo>
                <a:close/>
              </a:path>
            </a:pathLst>
          </a:custGeom>
          <a:solidFill>
            <a:srgbClr val="545C5E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81AA9836-D4E2-425A-8D2C-8E9DFE1B6B5D}"/>
              </a:ext>
            </a:extLst>
          </p:cNvPr>
          <p:cNvSpPr>
            <a:spLocks/>
          </p:cNvSpPr>
          <p:nvPr userDrawn="1"/>
        </p:nvSpPr>
        <p:spPr bwMode="auto">
          <a:xfrm>
            <a:off x="9763124" y="2146302"/>
            <a:ext cx="1917700" cy="1147763"/>
          </a:xfrm>
          <a:custGeom>
            <a:avLst/>
            <a:gdLst>
              <a:gd name="T0" fmla="*/ 0 w 689"/>
              <a:gd name="T1" fmla="*/ 412 h 412"/>
              <a:gd name="T2" fmla="*/ 0 w 689"/>
              <a:gd name="T3" fmla="*/ 48 h 412"/>
              <a:gd name="T4" fmla="*/ 48 w 689"/>
              <a:gd name="T5" fmla="*/ 0 h 412"/>
              <a:gd name="T6" fmla="*/ 641 w 689"/>
              <a:gd name="T7" fmla="*/ 0 h 412"/>
              <a:gd name="T8" fmla="*/ 689 w 689"/>
              <a:gd name="T9" fmla="*/ 48 h 412"/>
              <a:gd name="T10" fmla="*/ 689 w 689"/>
              <a:gd name="T11" fmla="*/ 412 h 412"/>
              <a:gd name="T12" fmla="*/ 0 w 689"/>
              <a:gd name="T13" fmla="*/ 412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9" h="412">
                <a:moveTo>
                  <a:pt x="0" y="412"/>
                </a:move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2" y="0"/>
                  <a:pt x="48" y="0"/>
                </a:cubicBezTo>
                <a:cubicBezTo>
                  <a:pt x="641" y="0"/>
                  <a:pt x="641" y="0"/>
                  <a:pt x="641" y="0"/>
                </a:cubicBezTo>
                <a:cubicBezTo>
                  <a:pt x="668" y="0"/>
                  <a:pt x="689" y="22"/>
                  <a:pt x="689" y="48"/>
                </a:cubicBezTo>
                <a:cubicBezTo>
                  <a:pt x="689" y="412"/>
                  <a:pt x="689" y="412"/>
                  <a:pt x="689" y="412"/>
                </a:cubicBezTo>
                <a:lnTo>
                  <a:pt x="0" y="412"/>
                </a:lnTo>
                <a:close/>
              </a:path>
            </a:pathLst>
          </a:custGeom>
          <a:solidFill>
            <a:srgbClr val="7FEFD2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B558E3AB-36B0-4664-BAAA-CF22295D60C6}"/>
              </a:ext>
            </a:extLst>
          </p:cNvPr>
          <p:cNvSpPr>
            <a:spLocks/>
          </p:cNvSpPr>
          <p:nvPr userDrawn="1"/>
        </p:nvSpPr>
        <p:spPr bwMode="auto">
          <a:xfrm>
            <a:off x="9763124" y="2146302"/>
            <a:ext cx="1917700" cy="1147763"/>
          </a:xfrm>
          <a:custGeom>
            <a:avLst/>
            <a:gdLst>
              <a:gd name="T0" fmla="*/ 0 w 689"/>
              <a:gd name="T1" fmla="*/ 412 h 412"/>
              <a:gd name="T2" fmla="*/ 0 w 689"/>
              <a:gd name="T3" fmla="*/ 48 h 412"/>
              <a:gd name="T4" fmla="*/ 48 w 689"/>
              <a:gd name="T5" fmla="*/ 0 h 412"/>
              <a:gd name="T6" fmla="*/ 641 w 689"/>
              <a:gd name="T7" fmla="*/ 0 h 412"/>
              <a:gd name="T8" fmla="*/ 689 w 689"/>
              <a:gd name="T9" fmla="*/ 48 h 412"/>
              <a:gd name="T10" fmla="*/ 689 w 689"/>
              <a:gd name="T11" fmla="*/ 412 h 412"/>
              <a:gd name="T12" fmla="*/ 0 w 689"/>
              <a:gd name="T13" fmla="*/ 412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9" h="412">
                <a:moveTo>
                  <a:pt x="0" y="412"/>
                </a:move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2" y="0"/>
                  <a:pt x="48" y="0"/>
                </a:cubicBezTo>
                <a:cubicBezTo>
                  <a:pt x="641" y="0"/>
                  <a:pt x="641" y="0"/>
                  <a:pt x="641" y="0"/>
                </a:cubicBezTo>
                <a:cubicBezTo>
                  <a:pt x="668" y="0"/>
                  <a:pt x="689" y="22"/>
                  <a:pt x="689" y="48"/>
                </a:cubicBezTo>
                <a:cubicBezTo>
                  <a:pt x="689" y="412"/>
                  <a:pt x="689" y="412"/>
                  <a:pt x="689" y="412"/>
                </a:cubicBezTo>
                <a:lnTo>
                  <a:pt x="0" y="412"/>
                </a:lnTo>
                <a:close/>
              </a:path>
            </a:pathLst>
          </a:custGeom>
          <a:solidFill>
            <a:srgbClr val="7FEFD2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74A1B8A-F59A-4D85-90F3-FE353FEC1B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679112" y="3371852"/>
            <a:ext cx="87313" cy="82550"/>
          </a:xfrm>
          <a:prstGeom prst="ellipse">
            <a:avLst/>
          </a:prstGeom>
          <a:solidFill>
            <a:srgbClr val="D5DADB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1B581178-46C7-465E-87EB-79F3DC7599DA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0501312" y="2489202"/>
            <a:ext cx="152400" cy="15240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312DD3D9-CEA3-4F99-94DA-1A2EBDC7F003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0790237" y="2489202"/>
            <a:ext cx="157163" cy="15240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F73CB988-A973-4F3D-A282-6F39BC14265F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0585449" y="2424114"/>
            <a:ext cx="277813" cy="27940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ECB69A-C840-4F92-9DDE-9887E3BA35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553699" y="3543302"/>
            <a:ext cx="338138" cy="142875"/>
          </a:xfrm>
          <a:prstGeom prst="rect">
            <a:avLst/>
          </a:prstGeom>
          <a:solidFill>
            <a:srgbClr val="EDEDED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9470B822-62B7-4186-9731-BA27D9F877F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926387" y="4167189"/>
            <a:ext cx="300038" cy="0"/>
          </a:xfrm>
          <a:prstGeom prst="line">
            <a:avLst/>
          </a:prstGeom>
          <a:noFill/>
          <a:ln w="22225" cap="rnd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7">
            <a:extLst>
              <a:ext uri="{FF2B5EF4-FFF2-40B4-BE49-F238E27FC236}">
                <a16:creationId xmlns:a16="http://schemas.microsoft.com/office/drawing/2014/main" id="{486AE397-F9D0-49F7-8F4E-38CA246BC29B}"/>
              </a:ext>
            </a:extLst>
          </p:cNvPr>
          <p:cNvSpPr>
            <a:spLocks/>
          </p:cNvSpPr>
          <p:nvPr userDrawn="1"/>
        </p:nvSpPr>
        <p:spPr bwMode="auto">
          <a:xfrm>
            <a:off x="8032749" y="1943102"/>
            <a:ext cx="606425" cy="581025"/>
          </a:xfrm>
          <a:custGeom>
            <a:avLst/>
            <a:gdLst>
              <a:gd name="T0" fmla="*/ 0 w 218"/>
              <a:gd name="T1" fmla="*/ 3 h 209"/>
              <a:gd name="T2" fmla="*/ 24 w 218"/>
              <a:gd name="T3" fmla="*/ 0 h 209"/>
              <a:gd name="T4" fmla="*/ 125 w 218"/>
              <a:gd name="T5" fmla="*/ 78 h 209"/>
              <a:gd name="T6" fmla="*/ 150 w 218"/>
              <a:gd name="T7" fmla="*/ 73 h 209"/>
              <a:gd name="T8" fmla="*/ 218 w 218"/>
              <a:gd name="T9" fmla="*/ 141 h 209"/>
              <a:gd name="T10" fmla="*/ 150 w 218"/>
              <a:gd name="T11" fmla="*/ 209 h 209"/>
              <a:gd name="T12" fmla="*/ 95 w 218"/>
              <a:gd name="T13" fmla="*/ 209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" h="209">
                <a:moveTo>
                  <a:pt x="0" y="3"/>
                </a:moveTo>
                <a:cubicBezTo>
                  <a:pt x="8" y="1"/>
                  <a:pt x="16" y="0"/>
                  <a:pt x="24" y="0"/>
                </a:cubicBezTo>
                <a:cubicBezTo>
                  <a:pt x="73" y="0"/>
                  <a:pt x="114" y="33"/>
                  <a:pt x="125" y="78"/>
                </a:cubicBezTo>
                <a:cubicBezTo>
                  <a:pt x="133" y="75"/>
                  <a:pt x="142" y="73"/>
                  <a:pt x="150" y="73"/>
                </a:cubicBezTo>
                <a:cubicBezTo>
                  <a:pt x="188" y="73"/>
                  <a:pt x="218" y="103"/>
                  <a:pt x="218" y="141"/>
                </a:cubicBezTo>
                <a:cubicBezTo>
                  <a:pt x="218" y="178"/>
                  <a:pt x="188" y="209"/>
                  <a:pt x="150" y="209"/>
                </a:cubicBezTo>
                <a:cubicBezTo>
                  <a:pt x="95" y="209"/>
                  <a:pt x="95" y="209"/>
                  <a:pt x="95" y="209"/>
                </a:cubicBezTo>
              </a:path>
            </a:pathLst>
          </a:cu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28">
            <a:extLst>
              <a:ext uri="{FF2B5EF4-FFF2-40B4-BE49-F238E27FC236}">
                <a16:creationId xmlns:a16="http://schemas.microsoft.com/office/drawing/2014/main" id="{4B6A533B-4522-413F-995A-5360C5857BAD}"/>
              </a:ext>
            </a:extLst>
          </p:cNvPr>
          <p:cNvSpPr>
            <a:spLocks/>
          </p:cNvSpPr>
          <p:nvPr userDrawn="1"/>
        </p:nvSpPr>
        <p:spPr bwMode="auto">
          <a:xfrm>
            <a:off x="7854949" y="1973264"/>
            <a:ext cx="115888" cy="106363"/>
          </a:xfrm>
          <a:custGeom>
            <a:avLst/>
            <a:gdLst>
              <a:gd name="T0" fmla="*/ 0 w 42"/>
              <a:gd name="T1" fmla="*/ 38 h 38"/>
              <a:gd name="T2" fmla="*/ 42 w 42"/>
              <a:gd name="T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2" h="38">
                <a:moveTo>
                  <a:pt x="0" y="38"/>
                </a:moveTo>
                <a:cubicBezTo>
                  <a:pt x="10" y="22"/>
                  <a:pt x="24" y="9"/>
                  <a:pt x="42" y="0"/>
                </a:cubicBezTo>
              </a:path>
            </a:pathLst>
          </a:cu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29">
            <a:extLst>
              <a:ext uri="{FF2B5EF4-FFF2-40B4-BE49-F238E27FC236}">
                <a16:creationId xmlns:a16="http://schemas.microsoft.com/office/drawing/2014/main" id="{A68CCBD6-A8EC-4830-8DCB-BD0CEEBBB3BB}"/>
              </a:ext>
            </a:extLst>
          </p:cNvPr>
          <p:cNvSpPr>
            <a:spLocks/>
          </p:cNvSpPr>
          <p:nvPr userDrawn="1"/>
        </p:nvSpPr>
        <p:spPr bwMode="auto">
          <a:xfrm>
            <a:off x="7648574" y="2132014"/>
            <a:ext cx="180975" cy="109538"/>
          </a:xfrm>
          <a:custGeom>
            <a:avLst/>
            <a:gdLst>
              <a:gd name="T0" fmla="*/ 0 w 65"/>
              <a:gd name="T1" fmla="*/ 39 h 39"/>
              <a:gd name="T2" fmla="*/ 35 w 65"/>
              <a:gd name="T3" fmla="*/ 27 h 39"/>
              <a:gd name="T4" fmla="*/ 58 w 65"/>
              <a:gd name="T5" fmla="*/ 32 h 39"/>
              <a:gd name="T6" fmla="*/ 65 w 65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5" h="39">
                <a:moveTo>
                  <a:pt x="0" y="39"/>
                </a:moveTo>
                <a:cubicBezTo>
                  <a:pt x="10" y="32"/>
                  <a:pt x="22" y="27"/>
                  <a:pt x="35" y="27"/>
                </a:cubicBezTo>
                <a:cubicBezTo>
                  <a:pt x="43" y="27"/>
                  <a:pt x="51" y="29"/>
                  <a:pt x="58" y="32"/>
                </a:cubicBezTo>
                <a:cubicBezTo>
                  <a:pt x="59" y="21"/>
                  <a:pt x="61" y="10"/>
                  <a:pt x="65" y="0"/>
                </a:cubicBezTo>
              </a:path>
            </a:pathLst>
          </a:cu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30">
            <a:extLst>
              <a:ext uri="{FF2B5EF4-FFF2-40B4-BE49-F238E27FC236}">
                <a16:creationId xmlns:a16="http://schemas.microsoft.com/office/drawing/2014/main" id="{221EBA52-37D3-40B0-BAC4-6A501CF47E13}"/>
              </a:ext>
            </a:extLst>
          </p:cNvPr>
          <p:cNvSpPr>
            <a:spLocks/>
          </p:cNvSpPr>
          <p:nvPr userDrawn="1"/>
        </p:nvSpPr>
        <p:spPr bwMode="auto">
          <a:xfrm>
            <a:off x="7586662" y="2365377"/>
            <a:ext cx="515938" cy="158750"/>
          </a:xfrm>
          <a:custGeom>
            <a:avLst/>
            <a:gdLst>
              <a:gd name="T0" fmla="*/ 185 w 185"/>
              <a:gd name="T1" fmla="*/ 57 h 57"/>
              <a:gd name="T2" fmla="*/ 57 w 185"/>
              <a:gd name="T3" fmla="*/ 57 h 57"/>
              <a:gd name="T4" fmla="*/ 0 w 185"/>
              <a:gd name="T5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5" h="57">
                <a:moveTo>
                  <a:pt x="185" y="57"/>
                </a:moveTo>
                <a:cubicBezTo>
                  <a:pt x="57" y="57"/>
                  <a:pt x="57" y="57"/>
                  <a:pt x="57" y="57"/>
                </a:cubicBezTo>
                <a:cubicBezTo>
                  <a:pt x="26" y="57"/>
                  <a:pt x="0" y="31"/>
                  <a:pt x="0" y="0"/>
                </a:cubicBezTo>
              </a:path>
            </a:pathLst>
          </a:cu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C9BE8332-66E7-4F1A-9A25-0D385BE7A0E2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8154987" y="2524127"/>
            <a:ext cx="88900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32">
            <a:extLst>
              <a:ext uri="{FF2B5EF4-FFF2-40B4-BE49-F238E27FC236}">
                <a16:creationId xmlns:a16="http://schemas.microsoft.com/office/drawing/2014/main" id="{36C99288-4952-4FA9-9CEB-1EEFFE1B3C95}"/>
              </a:ext>
            </a:extLst>
          </p:cNvPr>
          <p:cNvSpPr>
            <a:spLocks/>
          </p:cNvSpPr>
          <p:nvPr userDrawn="1"/>
        </p:nvSpPr>
        <p:spPr bwMode="auto">
          <a:xfrm>
            <a:off x="6646862" y="2770189"/>
            <a:ext cx="801688" cy="1192213"/>
          </a:xfrm>
          <a:custGeom>
            <a:avLst/>
            <a:gdLst>
              <a:gd name="T0" fmla="*/ 236 w 288"/>
              <a:gd name="T1" fmla="*/ 428 h 428"/>
              <a:gd name="T2" fmla="*/ 52 w 288"/>
              <a:gd name="T3" fmla="*/ 428 h 428"/>
              <a:gd name="T4" fmla="*/ 0 w 288"/>
              <a:gd name="T5" fmla="*/ 376 h 428"/>
              <a:gd name="T6" fmla="*/ 0 w 288"/>
              <a:gd name="T7" fmla="*/ 52 h 428"/>
              <a:gd name="T8" fmla="*/ 52 w 288"/>
              <a:gd name="T9" fmla="*/ 0 h 428"/>
              <a:gd name="T10" fmla="*/ 236 w 288"/>
              <a:gd name="T11" fmla="*/ 0 h 428"/>
              <a:gd name="T12" fmla="*/ 288 w 288"/>
              <a:gd name="T13" fmla="*/ 52 h 428"/>
              <a:gd name="T14" fmla="*/ 288 w 288"/>
              <a:gd name="T15" fmla="*/ 376 h 428"/>
              <a:gd name="T16" fmla="*/ 236 w 288"/>
              <a:gd name="T17" fmla="*/ 428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8" h="428">
                <a:moveTo>
                  <a:pt x="236" y="428"/>
                </a:moveTo>
                <a:cubicBezTo>
                  <a:pt x="52" y="428"/>
                  <a:pt x="52" y="428"/>
                  <a:pt x="52" y="428"/>
                </a:cubicBezTo>
                <a:cubicBezTo>
                  <a:pt x="23" y="428"/>
                  <a:pt x="0" y="405"/>
                  <a:pt x="0" y="376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23"/>
                  <a:pt x="23" y="0"/>
                  <a:pt x="5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65" y="0"/>
                  <a:pt x="288" y="23"/>
                  <a:pt x="288" y="52"/>
                </a:cubicBezTo>
                <a:cubicBezTo>
                  <a:pt x="288" y="376"/>
                  <a:pt x="288" y="376"/>
                  <a:pt x="288" y="376"/>
                </a:cubicBezTo>
                <a:cubicBezTo>
                  <a:pt x="288" y="405"/>
                  <a:pt x="265" y="428"/>
                  <a:pt x="236" y="428"/>
                </a:cubicBezTo>
                <a:close/>
              </a:path>
            </a:pathLst>
          </a:custGeom>
          <a:solidFill>
            <a:srgbClr val="FFFFFF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E1490CC8-F4DE-48B5-A9EA-800242B843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2424" y="2976564"/>
            <a:ext cx="688975" cy="779463"/>
          </a:xfrm>
          <a:prstGeom prst="rect">
            <a:avLst/>
          </a:prstGeom>
          <a:solidFill>
            <a:srgbClr val="7FEFD2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34">
            <a:extLst>
              <a:ext uri="{FF2B5EF4-FFF2-40B4-BE49-F238E27FC236}">
                <a16:creationId xmlns:a16="http://schemas.microsoft.com/office/drawing/2014/main" id="{D315E5CA-7801-45EB-873F-C7C3C63A60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94524" y="3808414"/>
            <a:ext cx="104775" cy="103188"/>
          </a:xfrm>
          <a:prstGeom prst="ellipse">
            <a:avLst/>
          </a:prstGeom>
          <a:solidFill>
            <a:srgbClr val="EDEDED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35">
            <a:extLst>
              <a:ext uri="{FF2B5EF4-FFF2-40B4-BE49-F238E27FC236}">
                <a16:creationId xmlns:a16="http://schemas.microsoft.com/office/drawing/2014/main" id="{C5CBF789-7973-4B89-88BD-5ABE3A9203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02487" y="2859089"/>
            <a:ext cx="39688" cy="41275"/>
          </a:xfrm>
          <a:prstGeom prst="ellipse">
            <a:avLst/>
          </a:prstGeom>
          <a:solidFill>
            <a:srgbClr val="3F4749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82972E95-2903-4628-B7DA-99BEB6462B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3724" y="2847977"/>
            <a:ext cx="206375" cy="66675"/>
          </a:xfrm>
          <a:prstGeom prst="rect">
            <a:avLst/>
          </a:prstGeom>
          <a:solidFill>
            <a:srgbClr val="C4CBCC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Line 37">
            <a:extLst>
              <a:ext uri="{FF2B5EF4-FFF2-40B4-BE49-F238E27FC236}">
                <a16:creationId xmlns:a16="http://schemas.microsoft.com/office/drawing/2014/main" id="{30BCE8B4-341C-4603-989F-5350AA8C314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6905624" y="3316289"/>
            <a:ext cx="100013" cy="100013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Line 38">
            <a:extLst>
              <a:ext uri="{FF2B5EF4-FFF2-40B4-BE49-F238E27FC236}">
                <a16:creationId xmlns:a16="http://schemas.microsoft.com/office/drawing/2014/main" id="{C4B80006-6F21-4A48-9C9D-12E280638984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7088187" y="3316289"/>
            <a:ext cx="100013" cy="100013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Line 39">
            <a:extLst>
              <a:ext uri="{FF2B5EF4-FFF2-40B4-BE49-F238E27FC236}">
                <a16:creationId xmlns:a16="http://schemas.microsoft.com/office/drawing/2014/main" id="{CF6E0801-DAD0-4C44-9C57-20B1C8883CF6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6958012" y="3276602"/>
            <a:ext cx="177800" cy="17780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40">
            <a:extLst>
              <a:ext uri="{FF2B5EF4-FFF2-40B4-BE49-F238E27FC236}">
                <a16:creationId xmlns:a16="http://schemas.microsoft.com/office/drawing/2014/main" id="{9C041BC1-231B-43A4-94F4-6A463858EA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5962" y="3033714"/>
            <a:ext cx="119063" cy="120650"/>
          </a:xfrm>
          <a:prstGeom prst="ellips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Oval 43">
            <a:extLst>
              <a:ext uri="{FF2B5EF4-FFF2-40B4-BE49-F238E27FC236}">
                <a16:creationId xmlns:a16="http://schemas.microsoft.com/office/drawing/2014/main" id="{13418197-B891-4012-A9FE-31D4396641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71312" y="4495802"/>
            <a:ext cx="120650" cy="115888"/>
          </a:xfrm>
          <a:prstGeom prst="ellips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46">
            <a:extLst>
              <a:ext uri="{FF2B5EF4-FFF2-40B4-BE49-F238E27FC236}">
                <a16:creationId xmlns:a16="http://schemas.microsoft.com/office/drawing/2014/main" id="{089DCA6F-FB46-45E0-B011-48064DDA99A8}"/>
              </a:ext>
            </a:extLst>
          </p:cNvPr>
          <p:cNvSpPr>
            <a:spLocks/>
          </p:cNvSpPr>
          <p:nvPr userDrawn="1"/>
        </p:nvSpPr>
        <p:spPr bwMode="auto">
          <a:xfrm>
            <a:off x="8920162" y="2711452"/>
            <a:ext cx="919163" cy="1308100"/>
          </a:xfrm>
          <a:custGeom>
            <a:avLst/>
            <a:gdLst>
              <a:gd name="T0" fmla="*/ 579 w 579"/>
              <a:gd name="T1" fmla="*/ 824 h 824"/>
              <a:gd name="T2" fmla="*/ 86 w 579"/>
              <a:gd name="T3" fmla="*/ 824 h 824"/>
              <a:gd name="T4" fmla="*/ 0 w 579"/>
              <a:gd name="T5" fmla="*/ 738 h 824"/>
              <a:gd name="T6" fmla="*/ 0 w 579"/>
              <a:gd name="T7" fmla="*/ 0 h 824"/>
              <a:gd name="T8" fmla="*/ 579 w 579"/>
              <a:gd name="T9" fmla="*/ 0 h 824"/>
              <a:gd name="T10" fmla="*/ 579 w 579"/>
              <a:gd name="T11" fmla="*/ 824 h 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9" h="824">
                <a:moveTo>
                  <a:pt x="579" y="824"/>
                </a:moveTo>
                <a:lnTo>
                  <a:pt x="86" y="824"/>
                </a:lnTo>
                <a:lnTo>
                  <a:pt x="0" y="738"/>
                </a:lnTo>
                <a:lnTo>
                  <a:pt x="0" y="0"/>
                </a:lnTo>
                <a:lnTo>
                  <a:pt x="579" y="0"/>
                </a:lnTo>
                <a:lnTo>
                  <a:pt x="579" y="824"/>
                </a:lnTo>
                <a:close/>
              </a:path>
            </a:pathLst>
          </a:custGeom>
          <a:solidFill>
            <a:srgbClr val="FFFFFF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Freeform 47">
            <a:extLst>
              <a:ext uri="{FF2B5EF4-FFF2-40B4-BE49-F238E27FC236}">
                <a16:creationId xmlns:a16="http://schemas.microsoft.com/office/drawing/2014/main" id="{EF1FC434-9428-4C00-B4C5-A1681E4FE60C}"/>
              </a:ext>
            </a:extLst>
          </p:cNvPr>
          <p:cNvSpPr>
            <a:spLocks/>
          </p:cNvSpPr>
          <p:nvPr userDrawn="1"/>
        </p:nvSpPr>
        <p:spPr bwMode="auto">
          <a:xfrm>
            <a:off x="8920162" y="3883027"/>
            <a:ext cx="136525" cy="136525"/>
          </a:xfrm>
          <a:custGeom>
            <a:avLst/>
            <a:gdLst>
              <a:gd name="T0" fmla="*/ 0 w 86"/>
              <a:gd name="T1" fmla="*/ 0 h 86"/>
              <a:gd name="T2" fmla="*/ 86 w 86"/>
              <a:gd name="T3" fmla="*/ 86 h 86"/>
              <a:gd name="T4" fmla="*/ 86 w 86"/>
              <a:gd name="T5" fmla="*/ 0 h 86"/>
              <a:gd name="T6" fmla="*/ 0 w 86"/>
              <a:gd name="T7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6" h="86">
                <a:moveTo>
                  <a:pt x="0" y="0"/>
                </a:moveTo>
                <a:lnTo>
                  <a:pt x="86" y="86"/>
                </a:lnTo>
                <a:lnTo>
                  <a:pt x="8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ADB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Line 48">
            <a:extLst>
              <a:ext uri="{FF2B5EF4-FFF2-40B4-BE49-F238E27FC236}">
                <a16:creationId xmlns:a16="http://schemas.microsoft.com/office/drawing/2014/main" id="{BF764192-8CB6-40A9-A83E-B2C6E3BC5DA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2873377"/>
            <a:ext cx="25876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Line 49">
            <a:extLst>
              <a:ext uri="{FF2B5EF4-FFF2-40B4-BE49-F238E27FC236}">
                <a16:creationId xmlns:a16="http://schemas.microsoft.com/office/drawing/2014/main" id="{EFD33C97-260C-4FCB-A143-ED0DE7506D4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2922589"/>
            <a:ext cx="25876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Line 50">
            <a:extLst>
              <a:ext uri="{FF2B5EF4-FFF2-40B4-BE49-F238E27FC236}">
                <a16:creationId xmlns:a16="http://schemas.microsoft.com/office/drawing/2014/main" id="{3A4966EA-1D89-4CDF-A1F1-46A1E8D9D75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2973389"/>
            <a:ext cx="25876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Line 51">
            <a:extLst>
              <a:ext uri="{FF2B5EF4-FFF2-40B4-BE49-F238E27FC236}">
                <a16:creationId xmlns:a16="http://schemas.microsoft.com/office/drawing/2014/main" id="{662178C9-1BE4-4243-BE9C-A0176AD1128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022602"/>
            <a:ext cx="25876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Line 52">
            <a:extLst>
              <a:ext uri="{FF2B5EF4-FFF2-40B4-BE49-F238E27FC236}">
                <a16:creationId xmlns:a16="http://schemas.microsoft.com/office/drawing/2014/main" id="{A4851625-F60F-4506-ADDF-17437C6F92F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154364"/>
            <a:ext cx="53181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Line 53">
            <a:extLst>
              <a:ext uri="{FF2B5EF4-FFF2-40B4-BE49-F238E27FC236}">
                <a16:creationId xmlns:a16="http://schemas.microsoft.com/office/drawing/2014/main" id="{4489C544-C482-4245-81FA-421B82A6D8A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213102"/>
            <a:ext cx="53181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Line 54">
            <a:extLst>
              <a:ext uri="{FF2B5EF4-FFF2-40B4-BE49-F238E27FC236}">
                <a16:creationId xmlns:a16="http://schemas.microsoft.com/office/drawing/2014/main" id="{E33319F2-50A6-4ECF-928B-A4B2ADE9EB5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273427"/>
            <a:ext cx="53181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Line 55">
            <a:extLst>
              <a:ext uri="{FF2B5EF4-FFF2-40B4-BE49-F238E27FC236}">
                <a16:creationId xmlns:a16="http://schemas.microsoft.com/office/drawing/2014/main" id="{AC42106D-CB36-401E-8354-573243C3F08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568702"/>
            <a:ext cx="53181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Line 56">
            <a:extLst>
              <a:ext uri="{FF2B5EF4-FFF2-40B4-BE49-F238E27FC236}">
                <a16:creationId xmlns:a16="http://schemas.microsoft.com/office/drawing/2014/main" id="{0B70A6E7-ABBB-446A-AC4C-1CB3A7EB803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630614"/>
            <a:ext cx="53181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Line 57">
            <a:extLst>
              <a:ext uri="{FF2B5EF4-FFF2-40B4-BE49-F238E27FC236}">
                <a16:creationId xmlns:a16="http://schemas.microsoft.com/office/drawing/2014/main" id="{C68597F5-3E0C-4D09-B6E3-C5D5F8CB24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20187" y="3689352"/>
            <a:ext cx="531813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Oval 58">
            <a:extLst>
              <a:ext uri="{FF2B5EF4-FFF2-40B4-BE49-F238E27FC236}">
                <a16:creationId xmlns:a16="http://schemas.microsoft.com/office/drawing/2014/main" id="{2729CF08-C5A9-4546-BFC8-12DBB5F33E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20187" y="3328989"/>
            <a:ext cx="158750" cy="158750"/>
          </a:xfrm>
          <a:prstGeom prst="ellipse">
            <a:avLst/>
          </a:prstGeom>
          <a:solidFill>
            <a:srgbClr val="22ABFF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Oval 59">
            <a:extLst>
              <a:ext uri="{FF2B5EF4-FFF2-40B4-BE49-F238E27FC236}">
                <a16:creationId xmlns:a16="http://schemas.microsoft.com/office/drawing/2014/main" id="{05411BCC-EE47-45F2-A4AA-0B98E40B1A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548812" y="3357564"/>
            <a:ext cx="103188" cy="106363"/>
          </a:xfrm>
          <a:prstGeom prst="ellipse">
            <a:avLst/>
          </a:prstGeom>
          <a:solidFill>
            <a:srgbClr val="FFBD66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60">
            <a:extLst>
              <a:ext uri="{FF2B5EF4-FFF2-40B4-BE49-F238E27FC236}">
                <a16:creationId xmlns:a16="http://schemas.microsoft.com/office/drawing/2014/main" id="{02E53D96-DFBA-4471-99B2-3D2CD0375D0E}"/>
              </a:ext>
            </a:extLst>
          </p:cNvPr>
          <p:cNvSpPr>
            <a:spLocks/>
          </p:cNvSpPr>
          <p:nvPr userDrawn="1"/>
        </p:nvSpPr>
        <p:spPr bwMode="auto">
          <a:xfrm>
            <a:off x="9344024" y="3349627"/>
            <a:ext cx="149225" cy="133350"/>
          </a:xfrm>
          <a:custGeom>
            <a:avLst/>
            <a:gdLst>
              <a:gd name="T0" fmla="*/ 0 w 94"/>
              <a:gd name="T1" fmla="*/ 84 h 84"/>
              <a:gd name="T2" fmla="*/ 47 w 94"/>
              <a:gd name="T3" fmla="*/ 0 h 84"/>
              <a:gd name="T4" fmla="*/ 94 w 94"/>
              <a:gd name="T5" fmla="*/ 84 h 84"/>
              <a:gd name="T6" fmla="*/ 0 w 94"/>
              <a:gd name="T7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" h="84">
                <a:moveTo>
                  <a:pt x="0" y="84"/>
                </a:moveTo>
                <a:lnTo>
                  <a:pt x="47" y="0"/>
                </a:lnTo>
                <a:lnTo>
                  <a:pt x="9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F64BD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61">
            <a:extLst>
              <a:ext uri="{FF2B5EF4-FFF2-40B4-BE49-F238E27FC236}">
                <a16:creationId xmlns:a16="http://schemas.microsoft.com/office/drawing/2014/main" id="{AC9028BE-9A71-4BBC-AEC2-E286843BFDD5}"/>
              </a:ext>
            </a:extLst>
          </p:cNvPr>
          <p:cNvSpPr>
            <a:spLocks/>
          </p:cNvSpPr>
          <p:nvPr userDrawn="1"/>
        </p:nvSpPr>
        <p:spPr bwMode="auto">
          <a:xfrm>
            <a:off x="9936162" y="3028952"/>
            <a:ext cx="85725" cy="661988"/>
          </a:xfrm>
          <a:custGeom>
            <a:avLst/>
            <a:gdLst>
              <a:gd name="T0" fmla="*/ 0 w 54"/>
              <a:gd name="T1" fmla="*/ 0 h 417"/>
              <a:gd name="T2" fmla="*/ 51 w 54"/>
              <a:gd name="T3" fmla="*/ 0 h 417"/>
              <a:gd name="T4" fmla="*/ 54 w 54"/>
              <a:gd name="T5" fmla="*/ 417 h 417"/>
              <a:gd name="T6" fmla="*/ 4 w 54"/>
              <a:gd name="T7" fmla="*/ 417 h 417"/>
              <a:gd name="T8" fmla="*/ 0 w 54"/>
              <a:gd name="T9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417">
                <a:moveTo>
                  <a:pt x="0" y="0"/>
                </a:moveTo>
                <a:lnTo>
                  <a:pt x="51" y="0"/>
                </a:lnTo>
                <a:lnTo>
                  <a:pt x="54" y="417"/>
                </a:lnTo>
                <a:lnTo>
                  <a:pt x="4" y="417"/>
                </a:lnTo>
                <a:lnTo>
                  <a:pt x="0" y="0"/>
                </a:lnTo>
                <a:close/>
              </a:path>
            </a:pathLst>
          </a:custGeom>
          <a:solidFill>
            <a:srgbClr val="7FEFD2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62">
            <a:extLst>
              <a:ext uri="{FF2B5EF4-FFF2-40B4-BE49-F238E27FC236}">
                <a16:creationId xmlns:a16="http://schemas.microsoft.com/office/drawing/2014/main" id="{B7A37A89-2775-453E-BE65-F5097AB247DD}"/>
              </a:ext>
            </a:extLst>
          </p:cNvPr>
          <p:cNvSpPr>
            <a:spLocks/>
          </p:cNvSpPr>
          <p:nvPr userDrawn="1"/>
        </p:nvSpPr>
        <p:spPr bwMode="auto">
          <a:xfrm>
            <a:off x="9942512" y="3690939"/>
            <a:ext cx="79375" cy="88900"/>
          </a:xfrm>
          <a:custGeom>
            <a:avLst/>
            <a:gdLst>
              <a:gd name="T0" fmla="*/ 50 w 50"/>
              <a:gd name="T1" fmla="*/ 0 h 56"/>
              <a:gd name="T2" fmla="*/ 26 w 50"/>
              <a:gd name="T3" fmla="*/ 56 h 56"/>
              <a:gd name="T4" fmla="*/ 0 w 50"/>
              <a:gd name="T5" fmla="*/ 0 h 56"/>
              <a:gd name="T6" fmla="*/ 50 w 50"/>
              <a:gd name="T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56">
                <a:moveTo>
                  <a:pt x="50" y="0"/>
                </a:moveTo>
                <a:lnTo>
                  <a:pt x="26" y="56"/>
                </a:lnTo>
                <a:lnTo>
                  <a:pt x="0" y="0"/>
                </a:lnTo>
                <a:lnTo>
                  <a:pt x="50" y="0"/>
                </a:lnTo>
                <a:close/>
              </a:path>
            </a:pathLst>
          </a:custGeom>
          <a:solidFill>
            <a:srgbClr val="FFBD66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63">
            <a:extLst>
              <a:ext uri="{FF2B5EF4-FFF2-40B4-BE49-F238E27FC236}">
                <a16:creationId xmlns:a16="http://schemas.microsoft.com/office/drawing/2014/main" id="{3003FA38-7999-447B-877A-38417823828F}"/>
              </a:ext>
            </a:extLst>
          </p:cNvPr>
          <p:cNvSpPr>
            <a:spLocks/>
          </p:cNvSpPr>
          <p:nvPr userDrawn="1"/>
        </p:nvSpPr>
        <p:spPr bwMode="auto">
          <a:xfrm>
            <a:off x="9966324" y="3744914"/>
            <a:ext cx="31750" cy="34925"/>
          </a:xfrm>
          <a:custGeom>
            <a:avLst/>
            <a:gdLst>
              <a:gd name="T0" fmla="*/ 20 w 20"/>
              <a:gd name="T1" fmla="*/ 0 h 22"/>
              <a:gd name="T2" fmla="*/ 0 w 20"/>
              <a:gd name="T3" fmla="*/ 0 h 22"/>
              <a:gd name="T4" fmla="*/ 11 w 20"/>
              <a:gd name="T5" fmla="*/ 22 h 22"/>
              <a:gd name="T6" fmla="*/ 20 w 20"/>
              <a:gd name="T7" fmla="*/ 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2">
                <a:moveTo>
                  <a:pt x="20" y="0"/>
                </a:moveTo>
                <a:lnTo>
                  <a:pt x="0" y="0"/>
                </a:lnTo>
                <a:lnTo>
                  <a:pt x="11" y="22"/>
                </a:lnTo>
                <a:lnTo>
                  <a:pt x="20" y="0"/>
                </a:lnTo>
                <a:close/>
              </a:path>
            </a:pathLst>
          </a:custGeom>
          <a:solidFill>
            <a:srgbClr val="3F4749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Line 64">
            <a:extLst>
              <a:ext uri="{FF2B5EF4-FFF2-40B4-BE49-F238E27FC236}">
                <a16:creationId xmlns:a16="http://schemas.microsoft.com/office/drawing/2014/main" id="{8DD05466-D167-4B10-BA25-BCE592C0F8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75849" y="3028952"/>
            <a:ext cx="4763" cy="661988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65">
            <a:extLst>
              <a:ext uri="{FF2B5EF4-FFF2-40B4-BE49-F238E27FC236}">
                <a16:creationId xmlns:a16="http://schemas.microsoft.com/office/drawing/2014/main" id="{D8EA47DD-704C-435A-97F5-CF6B8FF95EDE}"/>
              </a:ext>
            </a:extLst>
          </p:cNvPr>
          <p:cNvSpPr>
            <a:spLocks/>
          </p:cNvSpPr>
          <p:nvPr userDrawn="1"/>
        </p:nvSpPr>
        <p:spPr bwMode="auto">
          <a:xfrm>
            <a:off x="9932987" y="2989264"/>
            <a:ext cx="84138" cy="39688"/>
          </a:xfrm>
          <a:custGeom>
            <a:avLst/>
            <a:gdLst>
              <a:gd name="T0" fmla="*/ 0 w 53"/>
              <a:gd name="T1" fmla="*/ 0 h 25"/>
              <a:gd name="T2" fmla="*/ 53 w 53"/>
              <a:gd name="T3" fmla="*/ 0 h 25"/>
              <a:gd name="T4" fmla="*/ 53 w 53"/>
              <a:gd name="T5" fmla="*/ 25 h 25"/>
              <a:gd name="T6" fmla="*/ 2 w 53"/>
              <a:gd name="T7" fmla="*/ 25 h 25"/>
              <a:gd name="T8" fmla="*/ 0 w 53"/>
              <a:gd name="T9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25">
                <a:moveTo>
                  <a:pt x="0" y="0"/>
                </a:moveTo>
                <a:lnTo>
                  <a:pt x="53" y="0"/>
                </a:lnTo>
                <a:lnTo>
                  <a:pt x="53" y="25"/>
                </a:lnTo>
                <a:lnTo>
                  <a:pt x="2" y="25"/>
                </a:lnTo>
                <a:lnTo>
                  <a:pt x="0" y="0"/>
                </a:lnTo>
                <a:close/>
              </a:path>
            </a:pathLst>
          </a:custGeom>
          <a:solidFill>
            <a:srgbClr val="C4CBCC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Rectangle 66">
            <a:extLst>
              <a:ext uri="{FF2B5EF4-FFF2-40B4-BE49-F238E27FC236}">
                <a16:creationId xmlns:a16="http://schemas.microsoft.com/office/drawing/2014/main" id="{EC300678-541C-409A-B7A6-7963825577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32987" y="2919414"/>
            <a:ext cx="84138" cy="69850"/>
          </a:xfrm>
          <a:prstGeom prst="rect">
            <a:avLst/>
          </a:prstGeom>
          <a:solidFill>
            <a:srgbClr val="EDEDED"/>
          </a:solidFill>
          <a:ln w="22225" cap="rnd">
            <a:solidFill>
              <a:srgbClr val="3F4749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96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17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10">
            <a:extLst>
              <a:ext uri="{FF2B5EF4-FFF2-40B4-BE49-F238E27FC236}">
                <a16:creationId xmlns:a16="http://schemas.microsoft.com/office/drawing/2014/main" id="{C9A2935A-3366-444E-A809-A7927FBC403A}"/>
              </a:ext>
            </a:extLst>
          </p:cNvPr>
          <p:cNvSpPr/>
          <p:nvPr userDrawn="1"/>
        </p:nvSpPr>
        <p:spPr>
          <a:xfrm>
            <a:off x="5067300" y="5391"/>
            <a:ext cx="7124700" cy="6852609"/>
          </a:xfrm>
          <a:custGeom>
            <a:avLst/>
            <a:gdLst>
              <a:gd name="connsiteX0" fmla="*/ 0 w 5384800"/>
              <a:gd name="connsiteY0" fmla="*/ 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4" fmla="*/ 0 w 5384800"/>
              <a:gd name="connsiteY4" fmla="*/ 0 h 6858000"/>
              <a:gd name="connsiteX0" fmla="*/ 0 w 5384800"/>
              <a:gd name="connsiteY0" fmla="*/ 6858000 h 6858000"/>
              <a:gd name="connsiteX1" fmla="*/ 5384800 w 5384800"/>
              <a:gd name="connsiteY1" fmla="*/ 0 h 6858000"/>
              <a:gd name="connsiteX2" fmla="*/ 5384800 w 5384800"/>
              <a:gd name="connsiteY2" fmla="*/ 6858000 h 6858000"/>
              <a:gd name="connsiteX3" fmla="*/ 0 w 5384800"/>
              <a:gd name="connsiteY3" fmla="*/ 6858000 h 6858000"/>
              <a:gd name="connsiteX0" fmla="*/ 0 w 4911988"/>
              <a:gd name="connsiteY0" fmla="*/ 6858000 h 6858000"/>
              <a:gd name="connsiteX1" fmla="*/ 4911988 w 4911988"/>
              <a:gd name="connsiteY1" fmla="*/ 0 h 6858000"/>
              <a:gd name="connsiteX2" fmla="*/ 4911988 w 4911988"/>
              <a:gd name="connsiteY2" fmla="*/ 6858000 h 6858000"/>
              <a:gd name="connsiteX3" fmla="*/ 0 w 49119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1988" h="6858000">
                <a:moveTo>
                  <a:pt x="0" y="6858000"/>
                </a:moveTo>
                <a:lnTo>
                  <a:pt x="4911988" y="0"/>
                </a:lnTo>
                <a:lnTo>
                  <a:pt x="491198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FEF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AC18C6C9-4782-4A16-AC04-A2F24C8F8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035677"/>
            <a:ext cx="8745537" cy="0"/>
          </a:xfrm>
          <a:prstGeom prst="line">
            <a:avLst/>
          </a:prstGeom>
          <a:noFill/>
          <a:ln w="22225" cap="rnd">
            <a:solidFill>
              <a:srgbClr val="3F474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5CB88A-8B69-4A2C-A85F-0376BAA8EA0B}"/>
              </a:ext>
            </a:extLst>
          </p:cNvPr>
          <p:cNvGrpSpPr/>
          <p:nvPr userDrawn="1"/>
        </p:nvGrpSpPr>
        <p:grpSpPr>
          <a:xfrm>
            <a:off x="5892800" y="3457051"/>
            <a:ext cx="6299200" cy="2883426"/>
            <a:chOff x="5110162" y="3162302"/>
            <a:chExt cx="7081838" cy="3241675"/>
          </a:xfrm>
        </p:grpSpPr>
        <p:sp>
          <p:nvSpPr>
            <p:cNvPr id="16" name="Line 5">
              <a:extLst>
                <a:ext uri="{FF2B5EF4-FFF2-40B4-BE49-F238E27FC236}">
                  <a16:creationId xmlns:a16="http://schemas.microsoft.com/office/drawing/2014/main" id="{DBD73D19-145A-40E0-94D6-07BA55B1B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6588" y="4854577"/>
              <a:ext cx="6475412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46666331-DB09-423F-A637-EFD22BA86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5887" y="6275389"/>
              <a:ext cx="4873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416529D4-EF0C-4D71-85D6-7F1EA520B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7" y="6342064"/>
              <a:ext cx="4873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26539C97-C7E6-4FC4-8ABE-CEFF913D7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1524" y="6342064"/>
              <a:ext cx="198438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EB6C9CC5-80DE-4301-BEE1-3BF5DBB67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55024" y="4314827"/>
              <a:ext cx="3736975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B99858AA-68D5-4CE6-8B05-A61535404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4949" y="4879977"/>
              <a:ext cx="657225" cy="176213"/>
            </a:xfrm>
            <a:custGeom>
              <a:avLst/>
              <a:gdLst>
                <a:gd name="T0" fmla="*/ 203 w 236"/>
                <a:gd name="T1" fmla="*/ 9 h 63"/>
                <a:gd name="T2" fmla="*/ 118 w 236"/>
                <a:gd name="T3" fmla="*/ 0 h 63"/>
                <a:gd name="T4" fmla="*/ 33 w 236"/>
                <a:gd name="T5" fmla="*/ 9 h 63"/>
                <a:gd name="T6" fmla="*/ 0 w 236"/>
                <a:gd name="T7" fmla="*/ 9 h 63"/>
                <a:gd name="T8" fmla="*/ 0 w 236"/>
                <a:gd name="T9" fmla="*/ 31 h 63"/>
                <a:gd name="T10" fmla="*/ 118 w 236"/>
                <a:gd name="T11" fmla="*/ 63 h 63"/>
                <a:gd name="T12" fmla="*/ 236 w 236"/>
                <a:gd name="T13" fmla="*/ 31 h 63"/>
                <a:gd name="T14" fmla="*/ 236 w 236"/>
                <a:gd name="T15" fmla="*/ 9 h 63"/>
                <a:gd name="T16" fmla="*/ 203 w 236"/>
                <a:gd name="T17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6" h="63">
                  <a:moveTo>
                    <a:pt x="203" y="9"/>
                  </a:moveTo>
                  <a:cubicBezTo>
                    <a:pt x="181" y="4"/>
                    <a:pt x="151" y="0"/>
                    <a:pt x="118" y="0"/>
                  </a:cubicBezTo>
                  <a:cubicBezTo>
                    <a:pt x="84" y="0"/>
                    <a:pt x="54" y="4"/>
                    <a:pt x="33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9"/>
                    <a:pt x="52" y="63"/>
                    <a:pt x="118" y="63"/>
                  </a:cubicBezTo>
                  <a:cubicBezTo>
                    <a:pt x="183" y="63"/>
                    <a:pt x="236" y="49"/>
                    <a:pt x="236" y="31"/>
                  </a:cubicBezTo>
                  <a:cubicBezTo>
                    <a:pt x="236" y="9"/>
                    <a:pt x="236" y="9"/>
                    <a:pt x="236" y="9"/>
                  </a:cubicBezTo>
                  <a:lnTo>
                    <a:pt x="203" y="9"/>
                  </a:lnTo>
                  <a:close/>
                </a:path>
              </a:pathLst>
            </a:custGeom>
            <a:solidFill>
              <a:srgbClr val="C4CBCC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12">
              <a:extLst>
                <a:ext uri="{FF2B5EF4-FFF2-40B4-BE49-F238E27FC236}">
                  <a16:creationId xmlns:a16="http://schemas.microsoft.com/office/drawing/2014/main" id="{56874F0A-81DC-4485-BD07-9E58FDE4C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49" y="4818064"/>
              <a:ext cx="657225" cy="176213"/>
            </a:xfrm>
            <a:prstGeom prst="ellipse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673F931D-5471-4449-9128-7FDEB8BCD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1999" y="4513264"/>
              <a:ext cx="2141538" cy="249238"/>
            </a:xfrm>
            <a:custGeom>
              <a:avLst/>
              <a:gdLst>
                <a:gd name="T0" fmla="*/ 0 w 769"/>
                <a:gd name="T1" fmla="*/ 2 h 90"/>
                <a:gd name="T2" fmla="*/ 88 w 769"/>
                <a:gd name="T3" fmla="*/ 90 h 90"/>
                <a:gd name="T4" fmla="*/ 681 w 769"/>
                <a:gd name="T5" fmla="*/ 90 h 90"/>
                <a:gd name="T6" fmla="*/ 769 w 769"/>
                <a:gd name="T7" fmla="*/ 2 h 90"/>
                <a:gd name="T8" fmla="*/ 769 w 769"/>
                <a:gd name="T9" fmla="*/ 0 h 90"/>
                <a:gd name="T10" fmla="*/ 0 w 769"/>
                <a:gd name="T11" fmla="*/ 0 h 90"/>
                <a:gd name="T12" fmla="*/ 0 w 769"/>
                <a:gd name="T13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9" h="90">
                  <a:moveTo>
                    <a:pt x="0" y="2"/>
                  </a:moveTo>
                  <a:cubicBezTo>
                    <a:pt x="0" y="51"/>
                    <a:pt x="40" y="90"/>
                    <a:pt x="88" y="90"/>
                  </a:cubicBezTo>
                  <a:cubicBezTo>
                    <a:pt x="681" y="90"/>
                    <a:pt x="681" y="90"/>
                    <a:pt x="681" y="90"/>
                  </a:cubicBezTo>
                  <a:cubicBezTo>
                    <a:pt x="730" y="90"/>
                    <a:pt x="769" y="51"/>
                    <a:pt x="769" y="2"/>
                  </a:cubicBezTo>
                  <a:cubicBezTo>
                    <a:pt x="769" y="0"/>
                    <a:pt x="769" y="0"/>
                    <a:pt x="7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F381DC80-6C03-406A-8A05-0D05326FE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1999" y="3254377"/>
              <a:ext cx="2141538" cy="1258888"/>
            </a:xfrm>
            <a:custGeom>
              <a:avLst/>
              <a:gdLst>
                <a:gd name="T0" fmla="*/ 681 w 769"/>
                <a:gd name="T1" fmla="*/ 0 h 452"/>
                <a:gd name="T2" fmla="*/ 88 w 769"/>
                <a:gd name="T3" fmla="*/ 0 h 452"/>
                <a:gd name="T4" fmla="*/ 0 w 769"/>
                <a:gd name="T5" fmla="*/ 88 h 452"/>
                <a:gd name="T6" fmla="*/ 0 w 769"/>
                <a:gd name="T7" fmla="*/ 452 h 452"/>
                <a:gd name="T8" fmla="*/ 769 w 769"/>
                <a:gd name="T9" fmla="*/ 452 h 452"/>
                <a:gd name="T10" fmla="*/ 769 w 769"/>
                <a:gd name="T11" fmla="*/ 88 h 452"/>
                <a:gd name="T12" fmla="*/ 681 w 769"/>
                <a:gd name="T13" fmla="*/ 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9" h="452">
                  <a:moveTo>
                    <a:pt x="681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40" y="0"/>
                    <a:pt x="0" y="39"/>
                    <a:pt x="0" y="88"/>
                  </a:cubicBezTo>
                  <a:cubicBezTo>
                    <a:pt x="0" y="452"/>
                    <a:pt x="0" y="452"/>
                    <a:pt x="0" y="452"/>
                  </a:cubicBezTo>
                  <a:cubicBezTo>
                    <a:pt x="769" y="452"/>
                    <a:pt x="769" y="452"/>
                    <a:pt x="769" y="452"/>
                  </a:cubicBezTo>
                  <a:cubicBezTo>
                    <a:pt x="769" y="88"/>
                    <a:pt x="769" y="88"/>
                    <a:pt x="769" y="88"/>
                  </a:cubicBezTo>
                  <a:cubicBezTo>
                    <a:pt x="769" y="39"/>
                    <a:pt x="730" y="0"/>
                    <a:pt x="681" y="0"/>
                  </a:cubicBezTo>
                  <a:close/>
                </a:path>
              </a:pathLst>
            </a:custGeom>
            <a:solidFill>
              <a:srgbClr val="545C5E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65AE8827-EAA7-486F-83A2-7E7FD49CD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3124" y="3365502"/>
              <a:ext cx="1917700" cy="1147763"/>
            </a:xfrm>
            <a:custGeom>
              <a:avLst/>
              <a:gdLst>
                <a:gd name="T0" fmla="*/ 0 w 689"/>
                <a:gd name="T1" fmla="*/ 412 h 412"/>
                <a:gd name="T2" fmla="*/ 0 w 689"/>
                <a:gd name="T3" fmla="*/ 48 h 412"/>
                <a:gd name="T4" fmla="*/ 48 w 689"/>
                <a:gd name="T5" fmla="*/ 0 h 412"/>
                <a:gd name="T6" fmla="*/ 641 w 689"/>
                <a:gd name="T7" fmla="*/ 0 h 412"/>
                <a:gd name="T8" fmla="*/ 689 w 689"/>
                <a:gd name="T9" fmla="*/ 48 h 412"/>
                <a:gd name="T10" fmla="*/ 689 w 689"/>
                <a:gd name="T11" fmla="*/ 412 h 412"/>
                <a:gd name="T12" fmla="*/ 0 w 689"/>
                <a:gd name="T1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9" h="412">
                  <a:moveTo>
                    <a:pt x="0" y="41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68" y="0"/>
                    <a:pt x="689" y="22"/>
                    <a:pt x="689" y="48"/>
                  </a:cubicBezTo>
                  <a:cubicBezTo>
                    <a:pt x="689" y="412"/>
                    <a:pt x="689" y="412"/>
                    <a:pt x="689" y="412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2E5C00CE-FEEF-416C-AFA9-4B6042CF7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3124" y="3365502"/>
              <a:ext cx="1917700" cy="1147763"/>
            </a:xfrm>
            <a:custGeom>
              <a:avLst/>
              <a:gdLst>
                <a:gd name="T0" fmla="*/ 0 w 689"/>
                <a:gd name="T1" fmla="*/ 412 h 412"/>
                <a:gd name="T2" fmla="*/ 0 w 689"/>
                <a:gd name="T3" fmla="*/ 48 h 412"/>
                <a:gd name="T4" fmla="*/ 48 w 689"/>
                <a:gd name="T5" fmla="*/ 0 h 412"/>
                <a:gd name="T6" fmla="*/ 641 w 689"/>
                <a:gd name="T7" fmla="*/ 0 h 412"/>
                <a:gd name="T8" fmla="*/ 689 w 689"/>
                <a:gd name="T9" fmla="*/ 48 h 412"/>
                <a:gd name="T10" fmla="*/ 689 w 689"/>
                <a:gd name="T11" fmla="*/ 412 h 412"/>
                <a:gd name="T12" fmla="*/ 0 w 689"/>
                <a:gd name="T1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9" h="412">
                  <a:moveTo>
                    <a:pt x="0" y="412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668" y="0"/>
                    <a:pt x="689" y="22"/>
                    <a:pt x="689" y="48"/>
                  </a:cubicBezTo>
                  <a:cubicBezTo>
                    <a:pt x="689" y="412"/>
                    <a:pt x="689" y="412"/>
                    <a:pt x="689" y="412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17">
              <a:extLst>
                <a:ext uri="{FF2B5EF4-FFF2-40B4-BE49-F238E27FC236}">
                  <a16:creationId xmlns:a16="http://schemas.microsoft.com/office/drawing/2014/main" id="{7FF1BF3D-D496-40C6-AA38-6F2E7D796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9112" y="4591052"/>
              <a:ext cx="87313" cy="82550"/>
            </a:xfrm>
            <a:prstGeom prst="ellipse">
              <a:avLst/>
            </a:prstGeom>
            <a:solidFill>
              <a:srgbClr val="D5DADB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5A2C5B5B-9E72-4979-B54C-83ADDEDA8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01312" y="3708402"/>
              <a:ext cx="152400" cy="1524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CCBBB763-FEAF-4A73-9AE5-6BD28499B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90237" y="3708402"/>
              <a:ext cx="157163" cy="1524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416E265D-98F4-4DC3-BEF5-AAA0A6CD63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85449" y="3643314"/>
              <a:ext cx="277813" cy="2794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B184AD82-DD28-4A6D-9FC6-5B706C648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3699" y="4762502"/>
              <a:ext cx="338138" cy="142875"/>
            </a:xfrm>
            <a:prstGeom prst="rect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22">
              <a:extLst>
                <a:ext uri="{FF2B5EF4-FFF2-40B4-BE49-F238E27FC236}">
                  <a16:creationId xmlns:a16="http://schemas.microsoft.com/office/drawing/2014/main" id="{66245B2A-CE48-4B91-BC95-5ED3959CC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937" y="4795839"/>
              <a:ext cx="120650" cy="120650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24">
              <a:extLst>
                <a:ext uri="{FF2B5EF4-FFF2-40B4-BE49-F238E27FC236}">
                  <a16:creationId xmlns:a16="http://schemas.microsoft.com/office/drawing/2014/main" id="{0B13B527-F46F-40CD-A6FA-D0D650604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6387" y="5386389"/>
              <a:ext cx="300038" cy="0"/>
            </a:xfrm>
            <a:prstGeom prst="line">
              <a:avLst/>
            </a:prstGeom>
            <a:noFill/>
            <a:ln w="222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D4E9E7ED-E1C3-4BB3-9B79-77D7C13BD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162" y="3551239"/>
              <a:ext cx="1268413" cy="701675"/>
            </a:xfrm>
            <a:custGeom>
              <a:avLst/>
              <a:gdLst>
                <a:gd name="T0" fmla="*/ 234 w 456"/>
                <a:gd name="T1" fmla="*/ 252 h 252"/>
                <a:gd name="T2" fmla="*/ 388 w 456"/>
                <a:gd name="T3" fmla="*/ 252 h 252"/>
                <a:gd name="T4" fmla="*/ 456 w 456"/>
                <a:gd name="T5" fmla="*/ 184 h 252"/>
                <a:gd name="T6" fmla="*/ 388 w 456"/>
                <a:gd name="T7" fmla="*/ 115 h 252"/>
                <a:gd name="T8" fmla="*/ 360 w 456"/>
                <a:gd name="T9" fmla="*/ 121 h 252"/>
                <a:gd name="T10" fmla="*/ 234 w 456"/>
                <a:gd name="T11" fmla="*/ 0 h 252"/>
                <a:gd name="T12" fmla="*/ 113 w 456"/>
                <a:gd name="T13" fmla="*/ 94 h 252"/>
                <a:gd name="T14" fmla="*/ 82 w 456"/>
                <a:gd name="T15" fmla="*/ 88 h 252"/>
                <a:gd name="T16" fmla="*/ 0 w 456"/>
                <a:gd name="T17" fmla="*/ 170 h 252"/>
                <a:gd name="T18" fmla="*/ 82 w 456"/>
                <a:gd name="T19" fmla="*/ 252 h 252"/>
                <a:gd name="T20" fmla="*/ 150 w 456"/>
                <a:gd name="T21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6" h="252">
                  <a:moveTo>
                    <a:pt x="234" y="252"/>
                  </a:moveTo>
                  <a:cubicBezTo>
                    <a:pt x="388" y="252"/>
                    <a:pt x="388" y="252"/>
                    <a:pt x="388" y="252"/>
                  </a:cubicBezTo>
                  <a:cubicBezTo>
                    <a:pt x="426" y="252"/>
                    <a:pt x="456" y="222"/>
                    <a:pt x="456" y="184"/>
                  </a:cubicBezTo>
                  <a:cubicBezTo>
                    <a:pt x="456" y="146"/>
                    <a:pt x="426" y="115"/>
                    <a:pt x="388" y="115"/>
                  </a:cubicBezTo>
                  <a:cubicBezTo>
                    <a:pt x="378" y="115"/>
                    <a:pt x="369" y="117"/>
                    <a:pt x="360" y="121"/>
                  </a:cubicBezTo>
                  <a:cubicBezTo>
                    <a:pt x="357" y="54"/>
                    <a:pt x="302" y="0"/>
                    <a:pt x="234" y="0"/>
                  </a:cubicBezTo>
                  <a:cubicBezTo>
                    <a:pt x="176" y="0"/>
                    <a:pt x="127" y="40"/>
                    <a:pt x="113" y="94"/>
                  </a:cubicBezTo>
                  <a:cubicBezTo>
                    <a:pt x="103" y="90"/>
                    <a:pt x="93" y="88"/>
                    <a:pt x="82" y="88"/>
                  </a:cubicBezTo>
                  <a:cubicBezTo>
                    <a:pt x="37" y="88"/>
                    <a:pt x="0" y="125"/>
                    <a:pt x="0" y="170"/>
                  </a:cubicBezTo>
                  <a:cubicBezTo>
                    <a:pt x="0" y="216"/>
                    <a:pt x="37" y="252"/>
                    <a:pt x="82" y="252"/>
                  </a:cubicBezTo>
                  <a:cubicBezTo>
                    <a:pt x="150" y="252"/>
                    <a:pt x="150" y="252"/>
                    <a:pt x="150" y="252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Line 26">
              <a:extLst>
                <a:ext uri="{FF2B5EF4-FFF2-40B4-BE49-F238E27FC236}">
                  <a16:creationId xmlns:a16="http://schemas.microsoft.com/office/drawing/2014/main" id="{2059BF57-97B4-40FE-8039-D9D0C02B9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1174" y="4252914"/>
              <a:ext cx="1063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FE9768A8-25B9-4485-AFFE-96ED310F3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749" y="3162302"/>
              <a:ext cx="606425" cy="581025"/>
            </a:xfrm>
            <a:custGeom>
              <a:avLst/>
              <a:gdLst>
                <a:gd name="T0" fmla="*/ 0 w 218"/>
                <a:gd name="T1" fmla="*/ 3 h 209"/>
                <a:gd name="T2" fmla="*/ 24 w 218"/>
                <a:gd name="T3" fmla="*/ 0 h 209"/>
                <a:gd name="T4" fmla="*/ 125 w 218"/>
                <a:gd name="T5" fmla="*/ 78 h 209"/>
                <a:gd name="T6" fmla="*/ 150 w 218"/>
                <a:gd name="T7" fmla="*/ 73 h 209"/>
                <a:gd name="T8" fmla="*/ 218 w 218"/>
                <a:gd name="T9" fmla="*/ 141 h 209"/>
                <a:gd name="T10" fmla="*/ 150 w 218"/>
                <a:gd name="T11" fmla="*/ 209 h 209"/>
                <a:gd name="T12" fmla="*/ 95 w 218"/>
                <a:gd name="T13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" h="209">
                  <a:moveTo>
                    <a:pt x="0" y="3"/>
                  </a:moveTo>
                  <a:cubicBezTo>
                    <a:pt x="8" y="1"/>
                    <a:pt x="16" y="0"/>
                    <a:pt x="24" y="0"/>
                  </a:cubicBezTo>
                  <a:cubicBezTo>
                    <a:pt x="73" y="0"/>
                    <a:pt x="114" y="33"/>
                    <a:pt x="125" y="78"/>
                  </a:cubicBezTo>
                  <a:cubicBezTo>
                    <a:pt x="133" y="75"/>
                    <a:pt x="142" y="73"/>
                    <a:pt x="150" y="73"/>
                  </a:cubicBezTo>
                  <a:cubicBezTo>
                    <a:pt x="188" y="73"/>
                    <a:pt x="218" y="103"/>
                    <a:pt x="218" y="141"/>
                  </a:cubicBezTo>
                  <a:cubicBezTo>
                    <a:pt x="218" y="178"/>
                    <a:pt x="188" y="209"/>
                    <a:pt x="150" y="209"/>
                  </a:cubicBezTo>
                  <a:cubicBezTo>
                    <a:pt x="95" y="209"/>
                    <a:pt x="95" y="209"/>
                    <a:pt x="95" y="209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90E26C75-1977-4EC2-A9F8-EE374C9B7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4949" y="3192464"/>
              <a:ext cx="115888" cy="106363"/>
            </a:xfrm>
            <a:custGeom>
              <a:avLst/>
              <a:gdLst>
                <a:gd name="T0" fmla="*/ 0 w 42"/>
                <a:gd name="T1" fmla="*/ 38 h 38"/>
                <a:gd name="T2" fmla="*/ 42 w 42"/>
                <a:gd name="T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" h="38">
                  <a:moveTo>
                    <a:pt x="0" y="38"/>
                  </a:moveTo>
                  <a:cubicBezTo>
                    <a:pt x="10" y="22"/>
                    <a:pt x="24" y="9"/>
                    <a:pt x="42" y="0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860577A5-38AD-43B2-81C7-D69DAE3CD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8574" y="3351214"/>
              <a:ext cx="180975" cy="109538"/>
            </a:xfrm>
            <a:custGeom>
              <a:avLst/>
              <a:gdLst>
                <a:gd name="T0" fmla="*/ 0 w 65"/>
                <a:gd name="T1" fmla="*/ 39 h 39"/>
                <a:gd name="T2" fmla="*/ 35 w 65"/>
                <a:gd name="T3" fmla="*/ 27 h 39"/>
                <a:gd name="T4" fmla="*/ 58 w 65"/>
                <a:gd name="T5" fmla="*/ 32 h 39"/>
                <a:gd name="T6" fmla="*/ 65 w 65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39">
                  <a:moveTo>
                    <a:pt x="0" y="39"/>
                  </a:moveTo>
                  <a:cubicBezTo>
                    <a:pt x="10" y="32"/>
                    <a:pt x="22" y="27"/>
                    <a:pt x="35" y="27"/>
                  </a:cubicBezTo>
                  <a:cubicBezTo>
                    <a:pt x="43" y="27"/>
                    <a:pt x="51" y="29"/>
                    <a:pt x="58" y="32"/>
                  </a:cubicBezTo>
                  <a:cubicBezTo>
                    <a:pt x="59" y="21"/>
                    <a:pt x="61" y="10"/>
                    <a:pt x="65" y="0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6945F93A-8696-443A-A1C7-AA70F14DF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6662" y="3584577"/>
              <a:ext cx="515938" cy="158750"/>
            </a:xfrm>
            <a:custGeom>
              <a:avLst/>
              <a:gdLst>
                <a:gd name="T0" fmla="*/ 185 w 185"/>
                <a:gd name="T1" fmla="*/ 57 h 57"/>
                <a:gd name="T2" fmla="*/ 57 w 185"/>
                <a:gd name="T3" fmla="*/ 57 h 57"/>
                <a:gd name="T4" fmla="*/ 0 w 185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57">
                  <a:moveTo>
                    <a:pt x="185" y="57"/>
                  </a:moveTo>
                  <a:cubicBezTo>
                    <a:pt x="57" y="57"/>
                    <a:pt x="57" y="57"/>
                    <a:pt x="57" y="57"/>
                  </a:cubicBezTo>
                  <a:cubicBezTo>
                    <a:pt x="26" y="57"/>
                    <a:pt x="0" y="31"/>
                    <a:pt x="0" y="0"/>
                  </a:cubicBezTo>
                </a:path>
              </a:pathLst>
            </a:cu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Line 31">
              <a:extLst>
                <a:ext uri="{FF2B5EF4-FFF2-40B4-BE49-F238E27FC236}">
                  <a16:creationId xmlns:a16="http://schemas.microsoft.com/office/drawing/2014/main" id="{219AF8B6-9AA9-4C3A-BA9E-C20484224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4987" y="3743327"/>
              <a:ext cx="88900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A0F48D0-9195-4314-BB16-1AA7483EC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6862" y="3989389"/>
              <a:ext cx="801688" cy="1192213"/>
            </a:xfrm>
            <a:custGeom>
              <a:avLst/>
              <a:gdLst>
                <a:gd name="T0" fmla="*/ 236 w 288"/>
                <a:gd name="T1" fmla="*/ 428 h 428"/>
                <a:gd name="T2" fmla="*/ 52 w 288"/>
                <a:gd name="T3" fmla="*/ 428 h 428"/>
                <a:gd name="T4" fmla="*/ 0 w 288"/>
                <a:gd name="T5" fmla="*/ 376 h 428"/>
                <a:gd name="T6" fmla="*/ 0 w 288"/>
                <a:gd name="T7" fmla="*/ 52 h 428"/>
                <a:gd name="T8" fmla="*/ 52 w 288"/>
                <a:gd name="T9" fmla="*/ 0 h 428"/>
                <a:gd name="T10" fmla="*/ 236 w 288"/>
                <a:gd name="T11" fmla="*/ 0 h 428"/>
                <a:gd name="T12" fmla="*/ 288 w 288"/>
                <a:gd name="T13" fmla="*/ 52 h 428"/>
                <a:gd name="T14" fmla="*/ 288 w 288"/>
                <a:gd name="T15" fmla="*/ 376 h 428"/>
                <a:gd name="T16" fmla="*/ 236 w 288"/>
                <a:gd name="T17" fmla="*/ 428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428">
                  <a:moveTo>
                    <a:pt x="236" y="428"/>
                  </a:moveTo>
                  <a:cubicBezTo>
                    <a:pt x="52" y="428"/>
                    <a:pt x="52" y="428"/>
                    <a:pt x="52" y="428"/>
                  </a:cubicBezTo>
                  <a:cubicBezTo>
                    <a:pt x="23" y="428"/>
                    <a:pt x="0" y="405"/>
                    <a:pt x="0" y="376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65" y="0"/>
                    <a:pt x="288" y="23"/>
                    <a:pt x="288" y="52"/>
                  </a:cubicBezTo>
                  <a:cubicBezTo>
                    <a:pt x="288" y="376"/>
                    <a:pt x="288" y="376"/>
                    <a:pt x="288" y="376"/>
                  </a:cubicBezTo>
                  <a:cubicBezTo>
                    <a:pt x="288" y="405"/>
                    <a:pt x="265" y="428"/>
                    <a:pt x="236" y="428"/>
                  </a:cubicBezTo>
                  <a:close/>
                </a:path>
              </a:pathLst>
            </a:custGeom>
            <a:solidFill>
              <a:srgbClr val="FFFF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33">
              <a:extLst>
                <a:ext uri="{FF2B5EF4-FFF2-40B4-BE49-F238E27FC236}">
                  <a16:creationId xmlns:a16="http://schemas.microsoft.com/office/drawing/2014/main" id="{DCA7376D-C8E4-4397-BBF6-F6558AAC3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2424" y="4195764"/>
              <a:ext cx="688975" cy="779463"/>
            </a:xfrm>
            <a:prstGeom prst="rect">
              <a:avLst/>
            </a:pr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Oval 34">
              <a:extLst>
                <a:ext uri="{FF2B5EF4-FFF2-40B4-BE49-F238E27FC236}">
                  <a16:creationId xmlns:a16="http://schemas.microsoft.com/office/drawing/2014/main" id="{96724643-36BF-42F9-AAE4-74A489065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4524" y="5027614"/>
              <a:ext cx="104775" cy="103188"/>
            </a:xfrm>
            <a:prstGeom prst="ellipse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Oval 35">
              <a:extLst>
                <a:ext uri="{FF2B5EF4-FFF2-40B4-BE49-F238E27FC236}">
                  <a16:creationId xmlns:a16="http://schemas.microsoft.com/office/drawing/2014/main" id="{0B50277A-D2F9-4B9F-BC25-C8BCFF9B6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7" y="4078289"/>
              <a:ext cx="39688" cy="41275"/>
            </a:xfrm>
            <a:prstGeom prst="ellipse">
              <a:avLst/>
            </a:prstGeom>
            <a:solidFill>
              <a:srgbClr val="3F4749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Rectangle 36">
              <a:extLst>
                <a:ext uri="{FF2B5EF4-FFF2-40B4-BE49-F238E27FC236}">
                  <a16:creationId xmlns:a16="http://schemas.microsoft.com/office/drawing/2014/main" id="{52E376FB-A8CA-4495-96FE-A5ECC2940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3724" y="4067177"/>
              <a:ext cx="206375" cy="66675"/>
            </a:xfrm>
            <a:prstGeom prst="rect">
              <a:avLst/>
            </a:prstGeom>
            <a:solidFill>
              <a:srgbClr val="C4CBCC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Line 37">
              <a:extLst>
                <a:ext uri="{FF2B5EF4-FFF2-40B4-BE49-F238E27FC236}">
                  <a16:creationId xmlns:a16="http://schemas.microsoft.com/office/drawing/2014/main" id="{21BCF331-AB78-4548-95C0-63FE62021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05624" y="4535489"/>
              <a:ext cx="100013" cy="10001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Line 38">
              <a:extLst>
                <a:ext uri="{FF2B5EF4-FFF2-40B4-BE49-F238E27FC236}">
                  <a16:creationId xmlns:a16="http://schemas.microsoft.com/office/drawing/2014/main" id="{8D8AF80B-9E13-4896-B58E-083D77E58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88187" y="4535489"/>
              <a:ext cx="100013" cy="10001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Line 39">
              <a:extLst>
                <a:ext uri="{FF2B5EF4-FFF2-40B4-BE49-F238E27FC236}">
                  <a16:creationId xmlns:a16="http://schemas.microsoft.com/office/drawing/2014/main" id="{712C5895-E846-492F-8307-0CF5E97E2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8012" y="4495802"/>
              <a:ext cx="177800" cy="17780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Oval 40">
              <a:extLst>
                <a:ext uri="{FF2B5EF4-FFF2-40B4-BE49-F238E27FC236}">
                  <a16:creationId xmlns:a16="http://schemas.microsoft.com/office/drawing/2014/main" id="{29759D46-EE58-4952-B29E-7BB578BDB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5962" y="4252914"/>
              <a:ext cx="119063" cy="120650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41">
              <a:extLst>
                <a:ext uri="{FF2B5EF4-FFF2-40B4-BE49-F238E27FC236}">
                  <a16:creationId xmlns:a16="http://schemas.microsoft.com/office/drawing/2014/main" id="{7D2AC3BE-1FB1-4DFB-BE35-92FDA3094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1949" y="6284914"/>
              <a:ext cx="120650" cy="119063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Oval 42">
              <a:extLst>
                <a:ext uri="{FF2B5EF4-FFF2-40B4-BE49-F238E27FC236}">
                  <a16:creationId xmlns:a16="http://schemas.microsoft.com/office/drawing/2014/main" id="{E2542381-028A-4B55-A567-6D995BEEC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0374" y="5497514"/>
              <a:ext cx="120650" cy="120650"/>
            </a:xfrm>
            <a:prstGeom prst="ellipse">
              <a:avLst/>
            </a:prstGeom>
            <a:noFill/>
            <a:ln w="2222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Oval 43">
              <a:extLst>
                <a:ext uri="{FF2B5EF4-FFF2-40B4-BE49-F238E27FC236}">
                  <a16:creationId xmlns:a16="http://schemas.microsoft.com/office/drawing/2014/main" id="{7E62C897-9FA2-4993-B670-502A1606E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6512" y="5270502"/>
              <a:ext cx="120650" cy="115888"/>
            </a:xfrm>
            <a:prstGeom prst="ellips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Line 44">
              <a:extLst>
                <a:ext uri="{FF2B5EF4-FFF2-40B4-BE49-F238E27FC236}">
                  <a16:creationId xmlns:a16="http://schemas.microsoft.com/office/drawing/2014/main" id="{786EC7D4-1B6F-4A01-BC5B-983F9BD55E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54662" y="5259389"/>
              <a:ext cx="73025" cy="6826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Line 45">
              <a:extLst>
                <a:ext uri="{FF2B5EF4-FFF2-40B4-BE49-F238E27FC236}">
                  <a16:creationId xmlns:a16="http://schemas.microsoft.com/office/drawing/2014/main" id="{98E8C43B-9DD6-4489-9654-D99C8B2D5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54662" y="5259389"/>
              <a:ext cx="73025" cy="68263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B5D6254B-0EBE-447A-BC71-8AD0B7B5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0162" y="3930652"/>
              <a:ext cx="919163" cy="1308100"/>
            </a:xfrm>
            <a:custGeom>
              <a:avLst/>
              <a:gdLst>
                <a:gd name="T0" fmla="*/ 579 w 579"/>
                <a:gd name="T1" fmla="*/ 824 h 824"/>
                <a:gd name="T2" fmla="*/ 86 w 579"/>
                <a:gd name="T3" fmla="*/ 824 h 824"/>
                <a:gd name="T4" fmla="*/ 0 w 579"/>
                <a:gd name="T5" fmla="*/ 738 h 824"/>
                <a:gd name="T6" fmla="*/ 0 w 579"/>
                <a:gd name="T7" fmla="*/ 0 h 824"/>
                <a:gd name="T8" fmla="*/ 579 w 579"/>
                <a:gd name="T9" fmla="*/ 0 h 824"/>
                <a:gd name="T10" fmla="*/ 579 w 579"/>
                <a:gd name="T11" fmla="*/ 824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9" h="824">
                  <a:moveTo>
                    <a:pt x="579" y="824"/>
                  </a:moveTo>
                  <a:lnTo>
                    <a:pt x="86" y="824"/>
                  </a:lnTo>
                  <a:lnTo>
                    <a:pt x="0" y="738"/>
                  </a:lnTo>
                  <a:lnTo>
                    <a:pt x="0" y="0"/>
                  </a:lnTo>
                  <a:lnTo>
                    <a:pt x="579" y="0"/>
                  </a:lnTo>
                  <a:lnTo>
                    <a:pt x="579" y="824"/>
                  </a:lnTo>
                  <a:close/>
                </a:path>
              </a:pathLst>
            </a:custGeom>
            <a:solidFill>
              <a:srgbClr val="FFFF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6667F75D-7AE8-484C-97DB-A58074723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0162" y="5102227"/>
              <a:ext cx="136525" cy="136525"/>
            </a:xfrm>
            <a:custGeom>
              <a:avLst/>
              <a:gdLst>
                <a:gd name="T0" fmla="*/ 0 w 86"/>
                <a:gd name="T1" fmla="*/ 0 h 86"/>
                <a:gd name="T2" fmla="*/ 86 w 86"/>
                <a:gd name="T3" fmla="*/ 86 h 86"/>
                <a:gd name="T4" fmla="*/ 86 w 86"/>
                <a:gd name="T5" fmla="*/ 0 h 86"/>
                <a:gd name="T6" fmla="*/ 0 w 86"/>
                <a:gd name="T7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86">
                  <a:moveTo>
                    <a:pt x="0" y="0"/>
                  </a:moveTo>
                  <a:lnTo>
                    <a:pt x="86" y="86"/>
                  </a:lnTo>
                  <a:lnTo>
                    <a:pt x="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ADB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Line 48">
              <a:extLst>
                <a:ext uri="{FF2B5EF4-FFF2-40B4-BE49-F238E27FC236}">
                  <a16:creationId xmlns:a16="http://schemas.microsoft.com/office/drawing/2014/main" id="{A38079E3-BDF6-4508-9E4D-CDE057E9F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092577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Line 49">
              <a:extLst>
                <a:ext uri="{FF2B5EF4-FFF2-40B4-BE49-F238E27FC236}">
                  <a16:creationId xmlns:a16="http://schemas.microsoft.com/office/drawing/2014/main" id="{FBE0415A-9341-4585-9D23-49D2B4908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141789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Line 50">
              <a:extLst>
                <a:ext uri="{FF2B5EF4-FFF2-40B4-BE49-F238E27FC236}">
                  <a16:creationId xmlns:a16="http://schemas.microsoft.com/office/drawing/2014/main" id="{2D76A8B5-102D-4D17-BB65-7F5E9C57D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192589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Line 51">
              <a:extLst>
                <a:ext uri="{FF2B5EF4-FFF2-40B4-BE49-F238E27FC236}">
                  <a16:creationId xmlns:a16="http://schemas.microsoft.com/office/drawing/2014/main" id="{8D1DE155-EE2A-4AD3-98F9-18EF2154B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241802"/>
              <a:ext cx="25876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Line 52">
              <a:extLst>
                <a:ext uri="{FF2B5EF4-FFF2-40B4-BE49-F238E27FC236}">
                  <a16:creationId xmlns:a16="http://schemas.microsoft.com/office/drawing/2014/main" id="{BE0F001A-59E9-4EF5-8D82-1272156C1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373564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Line 53">
              <a:extLst>
                <a:ext uri="{FF2B5EF4-FFF2-40B4-BE49-F238E27FC236}">
                  <a16:creationId xmlns:a16="http://schemas.microsoft.com/office/drawing/2014/main" id="{BE8B4CBA-5C60-41FB-8B25-209ED3858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432302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Line 54">
              <a:extLst>
                <a:ext uri="{FF2B5EF4-FFF2-40B4-BE49-F238E27FC236}">
                  <a16:creationId xmlns:a16="http://schemas.microsoft.com/office/drawing/2014/main" id="{793D4F53-CE18-47DE-8808-BFD1846BA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492627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Line 55">
              <a:extLst>
                <a:ext uri="{FF2B5EF4-FFF2-40B4-BE49-F238E27FC236}">
                  <a16:creationId xmlns:a16="http://schemas.microsoft.com/office/drawing/2014/main" id="{834A593C-C55C-4BC5-831C-69C47A3A3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787902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Line 56">
              <a:extLst>
                <a:ext uri="{FF2B5EF4-FFF2-40B4-BE49-F238E27FC236}">
                  <a16:creationId xmlns:a16="http://schemas.microsoft.com/office/drawing/2014/main" id="{10DEE7E5-C3FB-4928-B5E0-2D3915DD3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849814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Line 57">
              <a:extLst>
                <a:ext uri="{FF2B5EF4-FFF2-40B4-BE49-F238E27FC236}">
                  <a16:creationId xmlns:a16="http://schemas.microsoft.com/office/drawing/2014/main" id="{33B1604D-3555-491F-9A78-F6718C0EA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0187" y="4908552"/>
              <a:ext cx="531813" cy="0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58">
              <a:extLst>
                <a:ext uri="{FF2B5EF4-FFF2-40B4-BE49-F238E27FC236}">
                  <a16:creationId xmlns:a16="http://schemas.microsoft.com/office/drawing/2014/main" id="{E5280D3D-3A75-4B92-B224-1AE6C2930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0187" y="4548189"/>
              <a:ext cx="158750" cy="158750"/>
            </a:xfrm>
            <a:prstGeom prst="ellipse">
              <a:avLst/>
            </a:prstGeom>
            <a:solidFill>
              <a:srgbClr val="22ABFF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Oval 59">
              <a:extLst>
                <a:ext uri="{FF2B5EF4-FFF2-40B4-BE49-F238E27FC236}">
                  <a16:creationId xmlns:a16="http://schemas.microsoft.com/office/drawing/2014/main" id="{0DD01BF9-95BD-4035-9164-7208E044C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8812" y="4576764"/>
              <a:ext cx="103188" cy="106363"/>
            </a:xfrm>
            <a:prstGeom prst="ellipse">
              <a:avLst/>
            </a:prstGeom>
            <a:solidFill>
              <a:srgbClr val="FFBD66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60">
              <a:extLst>
                <a:ext uri="{FF2B5EF4-FFF2-40B4-BE49-F238E27FC236}">
                  <a16:creationId xmlns:a16="http://schemas.microsoft.com/office/drawing/2014/main" id="{9E609921-8592-4EE8-B9C4-5BD331989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4024" y="4568827"/>
              <a:ext cx="149225" cy="133350"/>
            </a:xfrm>
            <a:custGeom>
              <a:avLst/>
              <a:gdLst>
                <a:gd name="T0" fmla="*/ 0 w 94"/>
                <a:gd name="T1" fmla="*/ 84 h 84"/>
                <a:gd name="T2" fmla="*/ 47 w 94"/>
                <a:gd name="T3" fmla="*/ 0 h 84"/>
                <a:gd name="T4" fmla="*/ 94 w 94"/>
                <a:gd name="T5" fmla="*/ 84 h 84"/>
                <a:gd name="T6" fmla="*/ 0 w 94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84">
                  <a:moveTo>
                    <a:pt x="0" y="84"/>
                  </a:moveTo>
                  <a:lnTo>
                    <a:pt x="47" y="0"/>
                  </a:lnTo>
                  <a:lnTo>
                    <a:pt x="94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64B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61">
              <a:extLst>
                <a:ext uri="{FF2B5EF4-FFF2-40B4-BE49-F238E27FC236}">
                  <a16:creationId xmlns:a16="http://schemas.microsoft.com/office/drawing/2014/main" id="{5EE83A9D-92C4-4174-A891-B43EF7644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6162" y="4248152"/>
              <a:ext cx="85725" cy="661988"/>
            </a:xfrm>
            <a:custGeom>
              <a:avLst/>
              <a:gdLst>
                <a:gd name="T0" fmla="*/ 0 w 54"/>
                <a:gd name="T1" fmla="*/ 0 h 417"/>
                <a:gd name="T2" fmla="*/ 51 w 54"/>
                <a:gd name="T3" fmla="*/ 0 h 417"/>
                <a:gd name="T4" fmla="*/ 54 w 54"/>
                <a:gd name="T5" fmla="*/ 417 h 417"/>
                <a:gd name="T6" fmla="*/ 4 w 54"/>
                <a:gd name="T7" fmla="*/ 417 h 417"/>
                <a:gd name="T8" fmla="*/ 0 w 54"/>
                <a:gd name="T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17">
                  <a:moveTo>
                    <a:pt x="0" y="0"/>
                  </a:moveTo>
                  <a:lnTo>
                    <a:pt x="51" y="0"/>
                  </a:lnTo>
                  <a:lnTo>
                    <a:pt x="54" y="417"/>
                  </a:lnTo>
                  <a:lnTo>
                    <a:pt x="4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EFD2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2">
              <a:extLst>
                <a:ext uri="{FF2B5EF4-FFF2-40B4-BE49-F238E27FC236}">
                  <a16:creationId xmlns:a16="http://schemas.microsoft.com/office/drawing/2014/main" id="{B492DAAE-67E3-4F1A-A6F0-87C549285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2512" y="4910139"/>
              <a:ext cx="79375" cy="88900"/>
            </a:xfrm>
            <a:custGeom>
              <a:avLst/>
              <a:gdLst>
                <a:gd name="T0" fmla="*/ 50 w 50"/>
                <a:gd name="T1" fmla="*/ 0 h 56"/>
                <a:gd name="T2" fmla="*/ 26 w 50"/>
                <a:gd name="T3" fmla="*/ 56 h 56"/>
                <a:gd name="T4" fmla="*/ 0 w 50"/>
                <a:gd name="T5" fmla="*/ 0 h 56"/>
                <a:gd name="T6" fmla="*/ 50 w 50"/>
                <a:gd name="T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56">
                  <a:moveTo>
                    <a:pt x="50" y="0"/>
                  </a:moveTo>
                  <a:lnTo>
                    <a:pt x="26" y="56"/>
                  </a:lnTo>
                  <a:lnTo>
                    <a:pt x="0" y="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BD66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3">
              <a:extLst>
                <a:ext uri="{FF2B5EF4-FFF2-40B4-BE49-F238E27FC236}">
                  <a16:creationId xmlns:a16="http://schemas.microsoft.com/office/drawing/2014/main" id="{DCC02AA0-0811-46D1-827E-7796BE872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6324" y="4964114"/>
              <a:ext cx="31750" cy="34925"/>
            </a:xfrm>
            <a:custGeom>
              <a:avLst/>
              <a:gdLst>
                <a:gd name="T0" fmla="*/ 20 w 20"/>
                <a:gd name="T1" fmla="*/ 0 h 22"/>
                <a:gd name="T2" fmla="*/ 0 w 20"/>
                <a:gd name="T3" fmla="*/ 0 h 22"/>
                <a:gd name="T4" fmla="*/ 11 w 20"/>
                <a:gd name="T5" fmla="*/ 22 h 22"/>
                <a:gd name="T6" fmla="*/ 20 w 20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2">
                  <a:moveTo>
                    <a:pt x="20" y="0"/>
                  </a:moveTo>
                  <a:lnTo>
                    <a:pt x="0" y="0"/>
                  </a:lnTo>
                  <a:lnTo>
                    <a:pt x="11" y="2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3F4749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Line 64">
              <a:extLst>
                <a:ext uri="{FF2B5EF4-FFF2-40B4-BE49-F238E27FC236}">
                  <a16:creationId xmlns:a16="http://schemas.microsoft.com/office/drawing/2014/main" id="{F9E848D8-8E13-4E04-98BB-B0C4FAC90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5849" y="4248152"/>
              <a:ext cx="4763" cy="661988"/>
            </a:xfrm>
            <a:prstGeom prst="line">
              <a:avLst/>
            </a:prstGeom>
            <a:noFill/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5">
              <a:extLst>
                <a:ext uri="{FF2B5EF4-FFF2-40B4-BE49-F238E27FC236}">
                  <a16:creationId xmlns:a16="http://schemas.microsoft.com/office/drawing/2014/main" id="{460530BB-D22B-447E-A527-9EBFA3037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2987" y="4208464"/>
              <a:ext cx="84138" cy="39688"/>
            </a:xfrm>
            <a:custGeom>
              <a:avLst/>
              <a:gdLst>
                <a:gd name="T0" fmla="*/ 0 w 53"/>
                <a:gd name="T1" fmla="*/ 0 h 25"/>
                <a:gd name="T2" fmla="*/ 53 w 53"/>
                <a:gd name="T3" fmla="*/ 0 h 25"/>
                <a:gd name="T4" fmla="*/ 53 w 53"/>
                <a:gd name="T5" fmla="*/ 25 h 25"/>
                <a:gd name="T6" fmla="*/ 2 w 53"/>
                <a:gd name="T7" fmla="*/ 25 h 25"/>
                <a:gd name="T8" fmla="*/ 0 w 53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5">
                  <a:moveTo>
                    <a:pt x="0" y="0"/>
                  </a:moveTo>
                  <a:lnTo>
                    <a:pt x="53" y="0"/>
                  </a:lnTo>
                  <a:lnTo>
                    <a:pt x="53" y="25"/>
                  </a:lnTo>
                  <a:lnTo>
                    <a:pt x="2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BCC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Rectangle 66">
              <a:extLst>
                <a:ext uri="{FF2B5EF4-FFF2-40B4-BE49-F238E27FC236}">
                  <a16:creationId xmlns:a16="http://schemas.microsoft.com/office/drawing/2014/main" id="{B11D7B30-B487-4497-8E40-A2889DB70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2987" y="4138614"/>
              <a:ext cx="84138" cy="69850"/>
            </a:xfrm>
            <a:prstGeom prst="rect">
              <a:avLst/>
            </a:prstGeom>
            <a:solidFill>
              <a:srgbClr val="EDEDED"/>
            </a:solidFill>
            <a:ln w="22225" cap="rnd">
              <a:solidFill>
                <a:srgbClr val="3F474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B2ACBB30-09A3-44F1-B5D5-47112A4D74DB}"/>
                </a:ext>
              </a:extLst>
            </p:cNvPr>
            <p:cNvGrpSpPr/>
            <p:nvPr/>
          </p:nvGrpSpPr>
          <p:grpSpPr>
            <a:xfrm>
              <a:off x="7993062" y="4630739"/>
              <a:ext cx="523875" cy="1406525"/>
              <a:chOff x="1744663" y="3436938"/>
              <a:chExt cx="523875" cy="1406525"/>
            </a:xfrm>
          </p:grpSpPr>
          <p:sp>
            <p:nvSpPr>
              <p:cNvPr id="78" name="Freeform 70">
                <a:extLst>
                  <a:ext uri="{FF2B5EF4-FFF2-40B4-BE49-F238E27FC236}">
                    <a16:creationId xmlns:a16="http://schemas.microsoft.com/office/drawing/2014/main" id="{FA79E064-2379-49B9-A03C-AFA54948A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3" y="3436938"/>
                <a:ext cx="392113" cy="1254125"/>
              </a:xfrm>
              <a:custGeom>
                <a:avLst/>
                <a:gdLst>
                  <a:gd name="T0" fmla="*/ 110 w 247"/>
                  <a:gd name="T1" fmla="*/ 790 h 790"/>
                  <a:gd name="T2" fmla="*/ 0 w 247"/>
                  <a:gd name="T3" fmla="*/ 771 h 790"/>
                  <a:gd name="T4" fmla="*/ 137 w 247"/>
                  <a:gd name="T5" fmla="*/ 0 h 790"/>
                  <a:gd name="T6" fmla="*/ 247 w 247"/>
                  <a:gd name="T7" fmla="*/ 19 h 790"/>
                  <a:gd name="T8" fmla="*/ 110 w 247"/>
                  <a:gd name="T9" fmla="*/ 790 h 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7" h="790">
                    <a:moveTo>
                      <a:pt x="110" y="790"/>
                    </a:moveTo>
                    <a:lnTo>
                      <a:pt x="0" y="771"/>
                    </a:lnTo>
                    <a:lnTo>
                      <a:pt x="137" y="0"/>
                    </a:lnTo>
                    <a:lnTo>
                      <a:pt x="247" y="19"/>
                    </a:lnTo>
                    <a:lnTo>
                      <a:pt x="110" y="790"/>
                    </a:lnTo>
                    <a:close/>
                  </a:path>
                </a:pathLst>
              </a:custGeom>
              <a:solidFill>
                <a:srgbClr val="FFBD66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Line 71">
                <a:extLst>
                  <a:ext uri="{FF2B5EF4-FFF2-40B4-BE49-F238E27FC236}">
                    <a16:creationId xmlns:a16="http://schemas.microsoft.com/office/drawing/2014/main" id="{4F90F17E-D404-4795-BC4A-4F95C472BD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3276" y="3500438"/>
                <a:ext cx="77788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72">
                <a:extLst>
                  <a:ext uri="{FF2B5EF4-FFF2-40B4-BE49-F238E27FC236}">
                    <a16:creationId xmlns:a16="http://schemas.microsoft.com/office/drawing/2014/main" id="{1338CB07-6F1D-4B51-A6B0-7686C938F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0576" y="3570288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73">
                <a:extLst>
                  <a:ext uri="{FF2B5EF4-FFF2-40B4-BE49-F238E27FC236}">
                    <a16:creationId xmlns:a16="http://schemas.microsoft.com/office/drawing/2014/main" id="{A59A4D92-564C-407E-A120-3B13186D5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9463" y="3636963"/>
                <a:ext cx="38100" cy="9525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Line 74">
                <a:extLst>
                  <a:ext uri="{FF2B5EF4-FFF2-40B4-BE49-F238E27FC236}">
                    <a16:creationId xmlns:a16="http://schemas.microsoft.com/office/drawing/2014/main" id="{C8DBD4B7-563C-4D4A-B574-31B48F66D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6763" y="3705226"/>
                <a:ext cx="39688" cy="793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Line 75">
                <a:extLst>
                  <a:ext uri="{FF2B5EF4-FFF2-40B4-BE49-F238E27FC236}">
                    <a16:creationId xmlns:a16="http://schemas.microsoft.com/office/drawing/2014/main" id="{0D8BC4C3-5200-45FD-B2F2-84FF48E6C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476" y="3775076"/>
                <a:ext cx="80963" cy="1428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Line 76">
                <a:extLst>
                  <a:ext uri="{FF2B5EF4-FFF2-40B4-BE49-F238E27FC236}">
                    <a16:creationId xmlns:a16="http://schemas.microsoft.com/office/drawing/2014/main" id="{8868D95F-4D9C-4533-B975-4EAB84329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951" y="3841751"/>
                <a:ext cx="36513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Line 77">
                <a:extLst>
                  <a:ext uri="{FF2B5EF4-FFF2-40B4-BE49-F238E27FC236}">
                    <a16:creationId xmlns:a16="http://schemas.microsoft.com/office/drawing/2014/main" id="{15A8334D-71C2-463D-9DCE-D72232D6C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0251" y="3911601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Line 78">
                <a:extLst>
                  <a:ext uri="{FF2B5EF4-FFF2-40B4-BE49-F238E27FC236}">
                    <a16:creationId xmlns:a16="http://schemas.microsoft.com/office/drawing/2014/main" id="{63278EDD-C8B3-4780-BBC2-A23F8F93B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5963" y="3981451"/>
                <a:ext cx="41275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Line 79">
                <a:extLst>
                  <a:ext uri="{FF2B5EF4-FFF2-40B4-BE49-F238E27FC236}">
                    <a16:creationId xmlns:a16="http://schemas.microsoft.com/office/drawing/2014/main" id="{A7AFB98A-697E-4588-AB00-33EFE00A3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438" y="4048126"/>
                <a:ext cx="76200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Line 80">
                <a:extLst>
                  <a:ext uri="{FF2B5EF4-FFF2-40B4-BE49-F238E27FC236}">
                    <a16:creationId xmlns:a16="http://schemas.microsoft.com/office/drawing/2014/main" id="{56EB1838-8F03-4103-9553-492A5C46B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2151" y="4116388"/>
                <a:ext cx="41275" cy="793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Line 81">
                <a:extLst>
                  <a:ext uri="{FF2B5EF4-FFF2-40B4-BE49-F238E27FC236}">
                    <a16:creationId xmlns:a16="http://schemas.microsoft.com/office/drawing/2014/main" id="{CA290872-4B66-499A-A1C3-6EF0FA330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9451" y="4183063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Line 82">
                <a:extLst>
                  <a:ext uri="{FF2B5EF4-FFF2-40B4-BE49-F238E27FC236}">
                    <a16:creationId xmlns:a16="http://schemas.microsoft.com/office/drawing/2014/main" id="{1F0E39E6-A291-46E5-90AF-20EFF70DB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9926" y="4252913"/>
                <a:ext cx="36513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Line 83">
                <a:extLst>
                  <a:ext uri="{FF2B5EF4-FFF2-40B4-BE49-F238E27FC236}">
                    <a16:creationId xmlns:a16="http://schemas.microsoft.com/office/drawing/2014/main" id="{A223EA08-E7BB-426C-9A6C-81D18BF31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5638" y="4322763"/>
                <a:ext cx="77788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Line 84">
                <a:extLst>
                  <a:ext uri="{FF2B5EF4-FFF2-40B4-BE49-F238E27FC236}">
                    <a16:creationId xmlns:a16="http://schemas.microsoft.com/office/drawing/2014/main" id="{22BADDCE-584F-44C8-867D-CF6665C95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113" y="4389438"/>
                <a:ext cx="36513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Line 85">
                <a:extLst>
                  <a:ext uri="{FF2B5EF4-FFF2-40B4-BE49-F238E27FC236}">
                    <a16:creationId xmlns:a16="http://schemas.microsoft.com/office/drawing/2014/main" id="{0BF658A1-ACA1-4CB4-81C1-1041A17C3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1826" y="4457701"/>
                <a:ext cx="38100" cy="793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Line 86">
                <a:extLst>
                  <a:ext uri="{FF2B5EF4-FFF2-40B4-BE49-F238E27FC236}">
                    <a16:creationId xmlns:a16="http://schemas.microsoft.com/office/drawing/2014/main" id="{EA8BBB56-B036-4440-B684-A6C588725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9126" y="4524376"/>
                <a:ext cx="39688" cy="635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Line 87">
                <a:extLst>
                  <a:ext uri="{FF2B5EF4-FFF2-40B4-BE49-F238E27FC236}">
                    <a16:creationId xmlns:a16="http://schemas.microsoft.com/office/drawing/2014/main" id="{5B905652-AF27-4CAE-B57A-F726504D1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9601" y="4594226"/>
                <a:ext cx="76200" cy="12700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88">
                <a:extLst>
                  <a:ext uri="{FF2B5EF4-FFF2-40B4-BE49-F238E27FC236}">
                    <a16:creationId xmlns:a16="http://schemas.microsoft.com/office/drawing/2014/main" id="{E03F242E-EE3F-4D32-A2CE-9ABC9E427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9763" y="3890963"/>
                <a:ext cx="358775" cy="779463"/>
              </a:xfrm>
              <a:custGeom>
                <a:avLst/>
                <a:gdLst>
                  <a:gd name="T0" fmla="*/ 59 w 226"/>
                  <a:gd name="T1" fmla="*/ 491 h 491"/>
                  <a:gd name="T2" fmla="*/ 0 w 226"/>
                  <a:gd name="T3" fmla="*/ 470 h 491"/>
                  <a:gd name="T4" fmla="*/ 166 w 226"/>
                  <a:gd name="T5" fmla="*/ 0 h 491"/>
                  <a:gd name="T6" fmla="*/ 226 w 226"/>
                  <a:gd name="T7" fmla="*/ 21 h 491"/>
                  <a:gd name="T8" fmla="*/ 59 w 226"/>
                  <a:gd name="T9" fmla="*/ 491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491">
                    <a:moveTo>
                      <a:pt x="59" y="491"/>
                    </a:moveTo>
                    <a:lnTo>
                      <a:pt x="0" y="470"/>
                    </a:lnTo>
                    <a:lnTo>
                      <a:pt x="166" y="0"/>
                    </a:lnTo>
                    <a:lnTo>
                      <a:pt x="226" y="21"/>
                    </a:lnTo>
                    <a:lnTo>
                      <a:pt x="59" y="491"/>
                    </a:lnTo>
                    <a:close/>
                  </a:path>
                </a:pathLst>
              </a:custGeom>
              <a:solidFill>
                <a:srgbClr val="7FEFD2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89">
                <a:extLst>
                  <a:ext uri="{FF2B5EF4-FFF2-40B4-BE49-F238E27FC236}">
                    <a16:creationId xmlns:a16="http://schemas.microsoft.com/office/drawing/2014/main" id="{534D8730-017B-4E6B-87E0-44F20C5EF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3288" y="3808413"/>
                <a:ext cx="95250" cy="115888"/>
              </a:xfrm>
              <a:custGeom>
                <a:avLst/>
                <a:gdLst>
                  <a:gd name="T0" fmla="*/ 0 w 60"/>
                  <a:gd name="T1" fmla="*/ 52 h 73"/>
                  <a:gd name="T2" fmla="*/ 51 w 60"/>
                  <a:gd name="T3" fmla="*/ 0 h 73"/>
                  <a:gd name="T4" fmla="*/ 60 w 60"/>
                  <a:gd name="T5" fmla="*/ 73 h 73"/>
                  <a:gd name="T6" fmla="*/ 0 w 60"/>
                  <a:gd name="T7" fmla="*/ 52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" h="73">
                    <a:moveTo>
                      <a:pt x="0" y="52"/>
                    </a:moveTo>
                    <a:lnTo>
                      <a:pt x="51" y="0"/>
                    </a:lnTo>
                    <a:lnTo>
                      <a:pt x="60" y="73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BD66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0">
                <a:extLst>
                  <a:ext uri="{FF2B5EF4-FFF2-40B4-BE49-F238E27FC236}">
                    <a16:creationId xmlns:a16="http://schemas.microsoft.com/office/drawing/2014/main" id="{34870EC1-00F5-4DBE-B1C7-32BDD27B7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088" y="3808413"/>
                <a:ext cx="36513" cy="46038"/>
              </a:xfrm>
              <a:custGeom>
                <a:avLst/>
                <a:gdLst>
                  <a:gd name="T0" fmla="*/ 0 w 23"/>
                  <a:gd name="T1" fmla="*/ 21 h 29"/>
                  <a:gd name="T2" fmla="*/ 23 w 23"/>
                  <a:gd name="T3" fmla="*/ 29 h 29"/>
                  <a:gd name="T4" fmla="*/ 19 w 23"/>
                  <a:gd name="T5" fmla="*/ 0 h 29"/>
                  <a:gd name="T6" fmla="*/ 0 w 23"/>
                  <a:gd name="T7" fmla="*/ 2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29">
                    <a:moveTo>
                      <a:pt x="0" y="21"/>
                    </a:moveTo>
                    <a:lnTo>
                      <a:pt x="23" y="29"/>
                    </a:lnTo>
                    <a:lnTo>
                      <a:pt x="1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3F4749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Line 91">
                <a:extLst>
                  <a:ext uri="{FF2B5EF4-FFF2-40B4-BE49-F238E27FC236}">
                    <a16:creationId xmlns:a16="http://schemas.microsoft.com/office/drawing/2014/main" id="{4C341739-9185-46F2-9560-DF9BCCE942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5801" y="3908426"/>
                <a:ext cx="265113" cy="746125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92">
                <a:extLst>
                  <a:ext uri="{FF2B5EF4-FFF2-40B4-BE49-F238E27FC236}">
                    <a16:creationId xmlns:a16="http://schemas.microsoft.com/office/drawing/2014/main" id="{18B11FB3-BB9E-4D9F-ADFE-77DAB038E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301" y="4637088"/>
                <a:ext cx="111125" cy="73025"/>
              </a:xfrm>
              <a:custGeom>
                <a:avLst/>
                <a:gdLst>
                  <a:gd name="T0" fmla="*/ 59 w 70"/>
                  <a:gd name="T1" fmla="*/ 46 h 46"/>
                  <a:gd name="T2" fmla="*/ 0 w 70"/>
                  <a:gd name="T3" fmla="*/ 27 h 46"/>
                  <a:gd name="T4" fmla="*/ 11 w 70"/>
                  <a:gd name="T5" fmla="*/ 0 h 46"/>
                  <a:gd name="T6" fmla="*/ 70 w 70"/>
                  <a:gd name="T7" fmla="*/ 21 h 46"/>
                  <a:gd name="T8" fmla="*/ 59 w 70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46">
                    <a:moveTo>
                      <a:pt x="59" y="46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70" y="21"/>
                    </a:lnTo>
                    <a:lnTo>
                      <a:pt x="59" y="46"/>
                    </a:lnTo>
                    <a:close/>
                  </a:path>
                </a:pathLst>
              </a:custGeom>
              <a:solidFill>
                <a:srgbClr val="C4CBCC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93">
                <a:extLst>
                  <a:ext uri="{FF2B5EF4-FFF2-40B4-BE49-F238E27FC236}">
                    <a16:creationId xmlns:a16="http://schemas.microsoft.com/office/drawing/2014/main" id="{577951C2-3FDC-448A-AB29-5C1CB6594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3" y="4679951"/>
                <a:ext cx="120650" cy="109538"/>
              </a:xfrm>
              <a:custGeom>
                <a:avLst/>
                <a:gdLst>
                  <a:gd name="T0" fmla="*/ 59 w 76"/>
                  <a:gd name="T1" fmla="*/ 69 h 69"/>
                  <a:gd name="T2" fmla="*/ 0 w 76"/>
                  <a:gd name="T3" fmla="*/ 48 h 69"/>
                  <a:gd name="T4" fmla="*/ 17 w 76"/>
                  <a:gd name="T5" fmla="*/ 0 h 69"/>
                  <a:gd name="T6" fmla="*/ 76 w 76"/>
                  <a:gd name="T7" fmla="*/ 19 h 69"/>
                  <a:gd name="T8" fmla="*/ 59 w 76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69">
                    <a:moveTo>
                      <a:pt x="59" y="69"/>
                    </a:moveTo>
                    <a:lnTo>
                      <a:pt x="0" y="48"/>
                    </a:lnTo>
                    <a:lnTo>
                      <a:pt x="17" y="0"/>
                    </a:lnTo>
                    <a:lnTo>
                      <a:pt x="76" y="19"/>
                    </a:lnTo>
                    <a:lnTo>
                      <a:pt x="59" y="69"/>
                    </a:lnTo>
                    <a:close/>
                  </a:path>
                </a:pathLst>
              </a:custGeom>
              <a:solidFill>
                <a:srgbClr val="EDEDED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94">
                <a:extLst>
                  <a:ext uri="{FF2B5EF4-FFF2-40B4-BE49-F238E27FC236}">
                    <a16:creationId xmlns:a16="http://schemas.microsoft.com/office/drawing/2014/main" id="{88D0CA11-8779-4340-B566-9C3200B9F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938" y="3881438"/>
                <a:ext cx="173038" cy="795338"/>
              </a:xfrm>
              <a:custGeom>
                <a:avLst/>
                <a:gdLst>
                  <a:gd name="T0" fmla="*/ 0 w 109"/>
                  <a:gd name="T1" fmla="*/ 6 h 501"/>
                  <a:gd name="T2" fmla="*/ 63 w 109"/>
                  <a:gd name="T3" fmla="*/ 0 h 501"/>
                  <a:gd name="T4" fmla="*/ 109 w 109"/>
                  <a:gd name="T5" fmla="*/ 495 h 501"/>
                  <a:gd name="T6" fmla="*/ 46 w 109"/>
                  <a:gd name="T7" fmla="*/ 501 h 501"/>
                  <a:gd name="T8" fmla="*/ 0 w 109"/>
                  <a:gd name="T9" fmla="*/ 6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501">
                    <a:moveTo>
                      <a:pt x="0" y="6"/>
                    </a:moveTo>
                    <a:lnTo>
                      <a:pt x="63" y="0"/>
                    </a:lnTo>
                    <a:lnTo>
                      <a:pt x="109" y="495"/>
                    </a:lnTo>
                    <a:lnTo>
                      <a:pt x="46" y="501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64BD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95">
                <a:extLst>
                  <a:ext uri="{FF2B5EF4-FFF2-40B4-BE49-F238E27FC236}">
                    <a16:creationId xmlns:a16="http://schemas.microsoft.com/office/drawing/2014/main" id="{6767F529-8DBA-43AD-BCDB-6034BAFDC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8963" y="4667251"/>
                <a:ext cx="100013" cy="112713"/>
              </a:xfrm>
              <a:custGeom>
                <a:avLst/>
                <a:gdLst>
                  <a:gd name="T0" fmla="*/ 63 w 63"/>
                  <a:gd name="T1" fmla="*/ 0 h 71"/>
                  <a:gd name="T2" fmla="*/ 38 w 63"/>
                  <a:gd name="T3" fmla="*/ 71 h 71"/>
                  <a:gd name="T4" fmla="*/ 0 w 63"/>
                  <a:gd name="T5" fmla="*/ 6 h 71"/>
                  <a:gd name="T6" fmla="*/ 63 w 63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71">
                    <a:moveTo>
                      <a:pt x="63" y="0"/>
                    </a:moveTo>
                    <a:lnTo>
                      <a:pt x="38" y="71"/>
                    </a:lnTo>
                    <a:lnTo>
                      <a:pt x="0" y="6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FBD66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96">
                <a:extLst>
                  <a:ext uri="{FF2B5EF4-FFF2-40B4-BE49-F238E27FC236}">
                    <a16:creationId xmlns:a16="http://schemas.microsoft.com/office/drawing/2014/main" id="{1BC4BA9D-9E91-467C-A3D8-B8691A4AE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5476" y="4737101"/>
                <a:ext cx="41275" cy="42863"/>
              </a:xfrm>
              <a:custGeom>
                <a:avLst/>
                <a:gdLst>
                  <a:gd name="T0" fmla="*/ 26 w 26"/>
                  <a:gd name="T1" fmla="*/ 0 h 27"/>
                  <a:gd name="T2" fmla="*/ 0 w 26"/>
                  <a:gd name="T3" fmla="*/ 2 h 27"/>
                  <a:gd name="T4" fmla="*/ 15 w 26"/>
                  <a:gd name="T5" fmla="*/ 27 h 27"/>
                  <a:gd name="T6" fmla="*/ 26 w 26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27">
                    <a:moveTo>
                      <a:pt x="26" y="0"/>
                    </a:moveTo>
                    <a:lnTo>
                      <a:pt x="0" y="2"/>
                    </a:lnTo>
                    <a:lnTo>
                      <a:pt x="15" y="27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3F4749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Line 97">
                <a:extLst>
                  <a:ext uri="{FF2B5EF4-FFF2-40B4-BE49-F238E27FC236}">
                    <a16:creationId xmlns:a16="http://schemas.microsoft.com/office/drawing/2014/main" id="{CE3141B3-EAD5-47BA-9E19-2CDF3FEFD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151" y="3887788"/>
                <a:ext cx="74613" cy="785813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98">
                <a:extLst>
                  <a:ext uri="{FF2B5EF4-FFF2-40B4-BE49-F238E27FC236}">
                    <a16:creationId xmlns:a16="http://schemas.microsoft.com/office/drawing/2014/main" id="{E43C3675-81DA-4F38-9B42-4DF852E02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763" y="3838576"/>
                <a:ext cx="103188" cy="52388"/>
              </a:xfrm>
              <a:custGeom>
                <a:avLst/>
                <a:gdLst>
                  <a:gd name="T0" fmla="*/ 0 w 65"/>
                  <a:gd name="T1" fmla="*/ 6 h 33"/>
                  <a:gd name="T2" fmla="*/ 63 w 65"/>
                  <a:gd name="T3" fmla="*/ 0 h 33"/>
                  <a:gd name="T4" fmla="*/ 65 w 65"/>
                  <a:gd name="T5" fmla="*/ 27 h 33"/>
                  <a:gd name="T6" fmla="*/ 2 w 65"/>
                  <a:gd name="T7" fmla="*/ 33 h 33"/>
                  <a:gd name="T8" fmla="*/ 0 w 65"/>
                  <a:gd name="T9" fmla="*/ 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33">
                    <a:moveTo>
                      <a:pt x="0" y="6"/>
                    </a:moveTo>
                    <a:lnTo>
                      <a:pt x="63" y="0"/>
                    </a:lnTo>
                    <a:lnTo>
                      <a:pt x="65" y="27"/>
                    </a:lnTo>
                    <a:lnTo>
                      <a:pt x="2" y="3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4CBCC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99">
                <a:extLst>
                  <a:ext uri="{FF2B5EF4-FFF2-40B4-BE49-F238E27FC236}">
                    <a16:creationId xmlns:a16="http://schemas.microsoft.com/office/drawing/2014/main" id="{85DC56C9-0594-400F-AAA0-3A6A24A87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4826" y="3756026"/>
                <a:ext cx="107950" cy="92075"/>
              </a:xfrm>
              <a:custGeom>
                <a:avLst/>
                <a:gdLst>
                  <a:gd name="T0" fmla="*/ 0 w 68"/>
                  <a:gd name="T1" fmla="*/ 6 h 58"/>
                  <a:gd name="T2" fmla="*/ 62 w 68"/>
                  <a:gd name="T3" fmla="*/ 0 h 58"/>
                  <a:gd name="T4" fmla="*/ 68 w 68"/>
                  <a:gd name="T5" fmla="*/ 52 h 58"/>
                  <a:gd name="T6" fmla="*/ 5 w 68"/>
                  <a:gd name="T7" fmla="*/ 58 h 58"/>
                  <a:gd name="T8" fmla="*/ 0 w 68"/>
                  <a:gd name="T9" fmla="*/ 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58">
                    <a:moveTo>
                      <a:pt x="0" y="6"/>
                    </a:moveTo>
                    <a:lnTo>
                      <a:pt x="62" y="0"/>
                    </a:lnTo>
                    <a:lnTo>
                      <a:pt x="68" y="52"/>
                    </a:lnTo>
                    <a:lnTo>
                      <a:pt x="5" y="5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DEDED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0">
                <a:extLst>
                  <a:ext uri="{FF2B5EF4-FFF2-40B4-BE49-F238E27FC236}">
                    <a16:creationId xmlns:a16="http://schemas.microsoft.com/office/drawing/2014/main" id="{A64B35F5-1E5E-4078-BD27-EE13F5981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651" y="4332288"/>
                <a:ext cx="428625" cy="511175"/>
              </a:xfrm>
              <a:custGeom>
                <a:avLst/>
                <a:gdLst>
                  <a:gd name="T0" fmla="*/ 128 w 128"/>
                  <a:gd name="T1" fmla="*/ 0 h 154"/>
                  <a:gd name="T2" fmla="*/ 0 w 128"/>
                  <a:gd name="T3" fmla="*/ 0 h 154"/>
                  <a:gd name="T4" fmla="*/ 0 w 128"/>
                  <a:gd name="T5" fmla="*/ 132 h 154"/>
                  <a:gd name="T6" fmla="*/ 22 w 128"/>
                  <a:gd name="T7" fmla="*/ 154 h 154"/>
                  <a:gd name="T8" fmla="*/ 106 w 128"/>
                  <a:gd name="T9" fmla="*/ 154 h 154"/>
                  <a:gd name="T10" fmla="*/ 128 w 128"/>
                  <a:gd name="T11" fmla="*/ 132 h 154"/>
                  <a:gd name="T12" fmla="*/ 128 w 128"/>
                  <a:gd name="T13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54">
                    <a:moveTo>
                      <a:pt x="12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44"/>
                      <a:pt x="10" y="154"/>
                      <a:pt x="22" y="154"/>
                    </a:cubicBezTo>
                    <a:cubicBezTo>
                      <a:pt x="106" y="154"/>
                      <a:pt x="106" y="154"/>
                      <a:pt x="106" y="154"/>
                    </a:cubicBezTo>
                    <a:cubicBezTo>
                      <a:pt x="118" y="154"/>
                      <a:pt x="128" y="144"/>
                      <a:pt x="128" y="132"/>
                    </a:cubicBezTo>
                    <a:lnTo>
                      <a:pt x="128" y="0"/>
                    </a:lnTo>
                    <a:close/>
                  </a:path>
                </a:pathLst>
              </a:custGeom>
              <a:solidFill>
                <a:srgbClr val="C4CBCC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Rectangle 101">
                <a:extLst>
                  <a:ext uri="{FF2B5EF4-FFF2-40B4-BE49-F238E27FC236}">
                    <a16:creationId xmlns:a16="http://schemas.microsoft.com/office/drawing/2014/main" id="{9A5CDC17-BA80-4ACA-A06B-439DEF0C5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4663" y="4232276"/>
                <a:ext cx="482600" cy="100013"/>
              </a:xfrm>
              <a:prstGeom prst="rect">
                <a:avLst/>
              </a:prstGeom>
              <a:solidFill>
                <a:srgbClr val="D5DADB"/>
              </a:solidFill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Line 102">
                <a:extLst>
                  <a:ext uri="{FF2B5EF4-FFF2-40B4-BE49-F238E27FC236}">
                    <a16:creationId xmlns:a16="http://schemas.microsoft.com/office/drawing/2014/main" id="{3BFA2A84-7268-480F-92EF-29C020842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5626" y="4335463"/>
                <a:ext cx="0" cy="195263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Line 103">
                <a:extLst>
                  <a:ext uri="{FF2B5EF4-FFF2-40B4-BE49-F238E27FC236}">
                    <a16:creationId xmlns:a16="http://schemas.microsoft.com/office/drawing/2014/main" id="{2C9CA261-5431-418A-93AA-592CB85D8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951" y="4554538"/>
                <a:ext cx="0" cy="5238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Line 104">
                <a:extLst>
                  <a:ext uri="{FF2B5EF4-FFF2-40B4-BE49-F238E27FC236}">
                    <a16:creationId xmlns:a16="http://schemas.microsoft.com/office/drawing/2014/main" id="{DECF0418-C61C-4CA1-8D56-E1455611C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951" y="4654551"/>
                <a:ext cx="0" cy="52388"/>
              </a:xfrm>
              <a:prstGeom prst="line">
                <a:avLst/>
              </a:prstGeom>
              <a:noFill/>
              <a:ln w="25400" cap="rnd">
                <a:solidFill>
                  <a:srgbClr val="3F474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1182051" y="2395306"/>
            <a:ext cx="3985202" cy="1143644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182051" y="3790747"/>
            <a:ext cx="39852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2051" y="4106381"/>
            <a:ext cx="39852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171438" marR="0" lvl="0" indent="-171438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E764EC-E6C1-47E9-B89A-8D59ADD32ECE}"/>
              </a:ext>
            </a:extLst>
          </p:cNvPr>
          <p:cNvGrpSpPr/>
          <p:nvPr userDrawn="1"/>
        </p:nvGrpSpPr>
        <p:grpSpPr>
          <a:xfrm>
            <a:off x="-1" y="-1"/>
            <a:ext cx="3022601" cy="2783186"/>
            <a:chOff x="-1" y="-1"/>
            <a:chExt cx="2743201" cy="2525917"/>
          </a:xfrm>
        </p:grpSpPr>
        <p:sp>
          <p:nvSpPr>
            <p:cNvPr id="114" name="矩形 110">
              <a:extLst>
                <a:ext uri="{FF2B5EF4-FFF2-40B4-BE49-F238E27FC236}">
                  <a16:creationId xmlns:a16="http://schemas.microsoft.com/office/drawing/2014/main" id="{88F31592-E8F7-4C05-8750-846090C74C98}"/>
                </a:ext>
              </a:extLst>
            </p:cNvPr>
            <p:cNvSpPr/>
            <p:nvPr userDrawn="1"/>
          </p:nvSpPr>
          <p:spPr>
            <a:xfrm rot="10800000">
              <a:off x="-1" y="-1"/>
              <a:ext cx="2743201" cy="2525917"/>
            </a:xfrm>
            <a:custGeom>
              <a:avLst/>
              <a:gdLst>
                <a:gd name="connsiteX0" fmla="*/ 0 w 5384800"/>
                <a:gd name="connsiteY0" fmla="*/ 0 h 6858000"/>
                <a:gd name="connsiteX1" fmla="*/ 5384800 w 5384800"/>
                <a:gd name="connsiteY1" fmla="*/ 0 h 6858000"/>
                <a:gd name="connsiteX2" fmla="*/ 5384800 w 5384800"/>
                <a:gd name="connsiteY2" fmla="*/ 6858000 h 6858000"/>
                <a:gd name="connsiteX3" fmla="*/ 0 w 5384800"/>
                <a:gd name="connsiteY3" fmla="*/ 6858000 h 6858000"/>
                <a:gd name="connsiteX4" fmla="*/ 0 w 5384800"/>
                <a:gd name="connsiteY4" fmla="*/ 0 h 6858000"/>
                <a:gd name="connsiteX0" fmla="*/ 0 w 5384800"/>
                <a:gd name="connsiteY0" fmla="*/ 6858000 h 6858000"/>
                <a:gd name="connsiteX1" fmla="*/ 5384800 w 5384800"/>
                <a:gd name="connsiteY1" fmla="*/ 0 h 6858000"/>
                <a:gd name="connsiteX2" fmla="*/ 5384800 w 5384800"/>
                <a:gd name="connsiteY2" fmla="*/ 6858000 h 6858000"/>
                <a:gd name="connsiteX3" fmla="*/ 0 w 5384800"/>
                <a:gd name="connsiteY3" fmla="*/ 6858000 h 6858000"/>
                <a:gd name="connsiteX0" fmla="*/ 0 w 5130800"/>
                <a:gd name="connsiteY0" fmla="*/ 6833421 h 6858000"/>
                <a:gd name="connsiteX1" fmla="*/ 5130800 w 5130800"/>
                <a:gd name="connsiteY1" fmla="*/ 0 h 6858000"/>
                <a:gd name="connsiteX2" fmla="*/ 5130800 w 5130800"/>
                <a:gd name="connsiteY2" fmla="*/ 6858000 h 6858000"/>
                <a:gd name="connsiteX3" fmla="*/ 0 w 5130800"/>
                <a:gd name="connsiteY3" fmla="*/ 68334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0800" h="6858000">
                  <a:moveTo>
                    <a:pt x="0" y="6833421"/>
                  </a:moveTo>
                  <a:lnTo>
                    <a:pt x="5130800" y="0"/>
                  </a:lnTo>
                  <a:lnTo>
                    <a:pt x="5130800" y="6858000"/>
                  </a:lnTo>
                  <a:lnTo>
                    <a:pt x="0" y="683342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0">
              <a:extLst>
                <a:ext uri="{FF2B5EF4-FFF2-40B4-BE49-F238E27FC236}">
                  <a16:creationId xmlns:a16="http://schemas.microsoft.com/office/drawing/2014/main" id="{7B51E412-D47D-428F-9948-D8E3E2F11F55}"/>
                </a:ext>
              </a:extLst>
            </p:cNvPr>
            <p:cNvSpPr/>
            <p:nvPr userDrawn="1"/>
          </p:nvSpPr>
          <p:spPr>
            <a:xfrm rot="10800000">
              <a:off x="0" y="0"/>
              <a:ext cx="2739887" cy="2409434"/>
            </a:xfrm>
            <a:custGeom>
              <a:avLst/>
              <a:gdLst>
                <a:gd name="connsiteX0" fmla="*/ 0 w 5384800"/>
                <a:gd name="connsiteY0" fmla="*/ 0 h 6858000"/>
                <a:gd name="connsiteX1" fmla="*/ 5384800 w 5384800"/>
                <a:gd name="connsiteY1" fmla="*/ 0 h 6858000"/>
                <a:gd name="connsiteX2" fmla="*/ 5384800 w 5384800"/>
                <a:gd name="connsiteY2" fmla="*/ 6858000 h 6858000"/>
                <a:gd name="connsiteX3" fmla="*/ 0 w 5384800"/>
                <a:gd name="connsiteY3" fmla="*/ 6858000 h 6858000"/>
                <a:gd name="connsiteX4" fmla="*/ 0 w 5384800"/>
                <a:gd name="connsiteY4" fmla="*/ 0 h 6858000"/>
                <a:gd name="connsiteX0" fmla="*/ 0 w 5384800"/>
                <a:gd name="connsiteY0" fmla="*/ 6858000 h 6858000"/>
                <a:gd name="connsiteX1" fmla="*/ 5384800 w 5384800"/>
                <a:gd name="connsiteY1" fmla="*/ 0 h 6858000"/>
                <a:gd name="connsiteX2" fmla="*/ 5384800 w 5384800"/>
                <a:gd name="connsiteY2" fmla="*/ 6858000 h 6858000"/>
                <a:gd name="connsiteX3" fmla="*/ 0 w 5384800"/>
                <a:gd name="connsiteY3" fmla="*/ 6858000 h 6858000"/>
                <a:gd name="connsiteX0" fmla="*/ 0 w 5372349"/>
                <a:gd name="connsiteY0" fmla="*/ 6858000 h 6858000"/>
                <a:gd name="connsiteX1" fmla="*/ 5372349 w 5372349"/>
                <a:gd name="connsiteY1" fmla="*/ 0 h 6858000"/>
                <a:gd name="connsiteX2" fmla="*/ 5372349 w 5372349"/>
                <a:gd name="connsiteY2" fmla="*/ 6858000 h 6858000"/>
                <a:gd name="connsiteX3" fmla="*/ 0 w 5372349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2349" h="6858000">
                  <a:moveTo>
                    <a:pt x="0" y="6858000"/>
                  </a:moveTo>
                  <a:lnTo>
                    <a:pt x="5372349" y="0"/>
                  </a:lnTo>
                  <a:lnTo>
                    <a:pt x="53723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7FEF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 1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B43CCB-1998-4484-B269-9ACB654ACB71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一键调整模板颜色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F1532F4-AF97-400D-84E6-F00D2B3D35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A7E11C8-4335-45B0-A270-313A25ABC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0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5615889-3ACE-4C91-970F-789D759EAC1E}"/>
              </a:ext>
            </a:extLst>
          </p:cNvPr>
          <p:cNvSpPr txBox="1"/>
          <p:nvPr userDrawn="1"/>
        </p:nvSpPr>
        <p:spPr>
          <a:xfrm>
            <a:off x="333477" y="6061002"/>
            <a:ext cx="318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选择“设计”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“变体”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“颜色”；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19D40D-978A-4E04-8450-F6DC61B85399}"/>
              </a:ext>
            </a:extLst>
          </p:cNvPr>
          <p:cNvSpPr txBox="1"/>
          <p:nvPr userDrawn="1"/>
        </p:nvSpPr>
        <p:spPr>
          <a:xfrm>
            <a:off x="6360651" y="6061002"/>
            <a:ext cx="4562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选择你喜欢的颜色搭配，模板一秒调整为你选颜色。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99860AF-0C43-4649-A586-85D19517B6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05928" y="2609333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6130A4D-8EC7-4AC1-B434-55DC691028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87853" y="42571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565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4DB237-C74A-4BA8-A097-6A053DD3C747}"/>
              </a:ext>
            </a:extLst>
          </p:cNvPr>
          <p:cNvSpPr/>
          <p:nvPr userDrawn="1"/>
        </p:nvSpPr>
        <p:spPr>
          <a:xfrm>
            <a:off x="440603" y="759873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 2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72DAD1-F67C-4AB8-ACEF-004237CB3D3F}"/>
              </a:ext>
            </a:extLst>
          </p:cNvPr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00B558-79C0-475E-84A0-11700A36C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FDE997-A67B-4FD0-B6AC-78D1EFE634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1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1E676E-E869-48CE-BFB9-1C7FC981B376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随时添加模板样式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68A42A-9DCD-4784-A3EF-F1D80ADC183F}"/>
              </a:ext>
            </a:extLst>
          </p:cNvPr>
          <p:cNvSpPr txBox="1"/>
          <p:nvPr userDrawn="1"/>
        </p:nvSpPr>
        <p:spPr>
          <a:xfrm>
            <a:off x="333477" y="6061002"/>
            <a:ext cx="3010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选择“开始”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“新建幻灯片”；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8689A3-CABF-445F-829F-6396154A55D1}"/>
              </a:ext>
            </a:extLst>
          </p:cNvPr>
          <p:cNvSpPr txBox="1"/>
          <p:nvPr userDrawn="1"/>
        </p:nvSpPr>
        <p:spPr>
          <a:xfrm>
            <a:off x="6360651" y="6061002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选择你需要的页面，如封面页，目录页，副标题页，内容页等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7C9996A-24BA-4EE9-BA5A-589E184191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0878" y="24283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928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注微软Office文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BB9638-2D2F-48B1-A8CF-673B237DCC1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0C7C91-35F0-46E5-B511-2314CED2655F}"/>
              </a:ext>
            </a:extLst>
          </p:cNvPr>
          <p:cNvSpPr/>
          <p:nvPr userDrawn="1"/>
        </p:nvSpPr>
        <p:spPr>
          <a:xfrm>
            <a:off x="1079465" y="1527629"/>
            <a:ext cx="3802742" cy="3802742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片包含 纵横字谜, 文字&#10;&#10;已生成极高可信度的说明">
            <a:extLst>
              <a:ext uri="{FF2B5EF4-FFF2-40B4-BE49-F238E27FC236}">
                <a16:creationId xmlns:a16="http://schemas.microsoft.com/office/drawing/2014/main" id="{25779B21-3BC1-4E47-8650-6B0E785B5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8065" y="1756229"/>
            <a:ext cx="3345542" cy="33455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3024A3-25F7-4B9A-9876-36F35421F6E6}"/>
              </a:ext>
            </a:extLst>
          </p:cNvPr>
          <p:cNvSpPr txBox="1"/>
          <p:nvPr userDrawn="1"/>
        </p:nvSpPr>
        <p:spPr>
          <a:xfrm>
            <a:off x="5239657" y="1566506"/>
            <a:ext cx="6013185" cy="3549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办公模板更新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微软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微信扫码关注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「 微软</a:t>
            </a:r>
            <a:r>
              <a:rPr lang="en-US" altLang="zh-CN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」服务号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>
            <a:hlinkClick r:id="rId3"/>
            <a:extLst>
              <a:ext uri="{FF2B5EF4-FFF2-40B4-BE49-F238E27FC236}">
                <a16:creationId xmlns:a16="http://schemas.microsoft.com/office/drawing/2014/main" id="{5524D02C-49CE-4D3D-8B89-07CEC3966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1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微软黑科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71CC84-193F-4D28-98D9-17F9952F968C}"/>
              </a:ext>
            </a:extLst>
          </p:cNvPr>
          <p:cNvCxnSpPr/>
          <p:nvPr userDrawn="1"/>
        </p:nvCxnSpPr>
        <p:spPr>
          <a:xfrm>
            <a:off x="0" y="657288"/>
            <a:ext cx="12192000" cy="0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3A9F197-1133-4CEE-860F-85366976D0AC}"/>
              </a:ext>
            </a:extLst>
          </p:cNvPr>
          <p:cNvSpPr/>
          <p:nvPr userDrawn="1"/>
        </p:nvSpPr>
        <p:spPr>
          <a:xfrm>
            <a:off x="0" y="3091547"/>
            <a:ext cx="12192000" cy="3766453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954438-2CEB-4119-883B-8B9196F98504}"/>
              </a:ext>
            </a:extLst>
          </p:cNvPr>
          <p:cNvSpPr/>
          <p:nvPr userDrawn="1"/>
        </p:nvSpPr>
        <p:spPr>
          <a:xfrm>
            <a:off x="621395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D1A364-B227-4CFB-9287-6198C6C0443B}"/>
              </a:ext>
            </a:extLst>
          </p:cNvPr>
          <p:cNvSpPr/>
          <p:nvPr userDrawn="1"/>
        </p:nvSpPr>
        <p:spPr>
          <a:xfrm>
            <a:off x="4374467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A6AD26-5781-4DAD-8C16-8C73B2C177AD}"/>
              </a:ext>
            </a:extLst>
          </p:cNvPr>
          <p:cNvSpPr txBox="1"/>
          <p:nvPr userDrawn="1"/>
        </p:nvSpPr>
        <p:spPr>
          <a:xfrm>
            <a:off x="1656327" y="286129"/>
            <a:ext cx="8879354" cy="67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ker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微信扫描小程序码，使用微软移动办公黑科技 </a:t>
            </a:r>
            <a:endParaRPr lang="en-US" sz="32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806FD0-33B9-40F1-B8F9-079524CA002C}"/>
              </a:ext>
            </a:extLst>
          </p:cNvPr>
          <p:cNvCxnSpPr>
            <a:cxnSpLocks/>
          </p:cNvCxnSpPr>
          <p:nvPr userDrawn="1"/>
        </p:nvCxnSpPr>
        <p:spPr>
          <a:xfrm flipH="1">
            <a:off x="1523089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59FFD7E-3944-43A3-A5DD-D8673483D04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443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76706F4-B20C-489C-ACB9-010EF43FEF70}"/>
              </a:ext>
            </a:extLst>
          </p:cNvPr>
          <p:cNvSpPr/>
          <p:nvPr userDrawn="1"/>
        </p:nvSpPr>
        <p:spPr>
          <a:xfrm>
            <a:off x="8159751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11A6D6-1DBD-4A10-8942-D3DDC4E182E9}"/>
              </a:ext>
            </a:extLst>
          </p:cNvPr>
          <p:cNvSpPr txBox="1"/>
          <p:nvPr userDrawn="1"/>
        </p:nvSpPr>
        <p:spPr>
          <a:xfrm>
            <a:off x="987447" y="5138740"/>
            <a:ext cx="2730235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在微信访问</a:t>
            </a:r>
            <a:r>
              <a:rPr lang="en-US" altLang="zh-CN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OneDrive</a:t>
            </a: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lang="en-US" altLang="zh-CN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</a:t>
            </a:r>
            <a:endParaRPr 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74E825-3465-469E-BD06-097F250CA889}"/>
              </a:ext>
            </a:extLst>
          </p:cNvPr>
          <p:cNvSpPr txBox="1"/>
          <p:nvPr userDrawn="1"/>
        </p:nvSpPr>
        <p:spPr>
          <a:xfrm>
            <a:off x="4862328" y="5138740"/>
            <a:ext cx="2467342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让你的文档会说话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微软听听文档 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C4AC92-2800-4841-84A3-26E495F2D178}"/>
              </a:ext>
            </a:extLst>
          </p:cNvPr>
          <p:cNvSpPr txBox="1"/>
          <p:nvPr userDrawn="1"/>
        </p:nvSpPr>
        <p:spPr>
          <a:xfrm>
            <a:off x="8644425" y="5138740"/>
            <a:ext cx="2492990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你的文档创作小助手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lang="en-US" altLang="zh-CN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</a:t>
            </a: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识图 」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D082CA-914B-42B8-A86E-16893B7234C9}"/>
              </a:ext>
            </a:extLst>
          </p:cNvPr>
          <p:cNvCxnSpPr/>
          <p:nvPr userDrawn="1"/>
        </p:nvCxnSpPr>
        <p:spPr>
          <a:xfrm>
            <a:off x="419803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21E3BB-42AC-4DCD-9031-7215136A1844}"/>
              </a:ext>
            </a:extLst>
          </p:cNvPr>
          <p:cNvCxnSpPr/>
          <p:nvPr userDrawn="1"/>
        </p:nvCxnSpPr>
        <p:spPr>
          <a:xfrm>
            <a:off x="797621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hlinkClick r:id="rId2"/>
            <a:extLst>
              <a:ext uri="{FF2B5EF4-FFF2-40B4-BE49-F238E27FC236}">
                <a16:creationId xmlns:a16="http://schemas.microsoft.com/office/drawing/2014/main" id="{46C855E7-2DCA-4970-A954-7CB7F69FAD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7F32EC9-ED26-45EE-9DC4-21C3241FF7A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716" y="1726788"/>
            <a:ext cx="2743200" cy="2743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F84124-CE71-4190-B92C-B61E496F7B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82" y="1726788"/>
            <a:ext cx="2743200" cy="27432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9B45288-397E-405A-A715-DCD4FE40DCE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320" y="172678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8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54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7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974529" y="2206153"/>
            <a:ext cx="7080503" cy="1460809"/>
          </a:xfrm>
        </p:spPr>
        <p:txBody>
          <a:bodyPr>
            <a:normAutofit/>
          </a:bodyPr>
          <a:lstStyle/>
          <a:p>
            <a:r>
              <a:rPr lang="en-US" altLang="zh-TW" b="0" dirty="0" smtClean="0">
                <a:latin typeface="+mj-ea"/>
              </a:rPr>
              <a:t>Docker Hub</a:t>
            </a:r>
            <a:r>
              <a:rPr lang="zh-TW" altLang="en-US" b="0" dirty="0" smtClean="0">
                <a:latin typeface="+mj-ea"/>
              </a:rPr>
              <a:t> 使用</a:t>
            </a:r>
            <a:r>
              <a:rPr lang="en-US" altLang="zh-TW" b="0" dirty="0" smtClean="0">
                <a:latin typeface="+mj-ea"/>
              </a:rPr>
              <a:t/>
            </a:r>
            <a:br>
              <a:rPr lang="en-US" altLang="zh-TW" b="0" dirty="0" smtClean="0">
                <a:latin typeface="+mj-ea"/>
              </a:rPr>
            </a:br>
            <a:endParaRPr lang="zh-CN" altLang="en-US" b="0" dirty="0">
              <a:latin typeface="+mj-ea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A73AACB-D819-4152-A6CC-64EA949F9914}"/>
              </a:ext>
            </a:extLst>
          </p:cNvPr>
          <p:cNvCxnSpPr>
            <a:cxnSpLocks/>
          </p:cNvCxnSpPr>
          <p:nvPr/>
        </p:nvCxnSpPr>
        <p:spPr>
          <a:xfrm>
            <a:off x="1049343" y="3786909"/>
            <a:ext cx="37055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76">
            <a:extLst>
              <a:ext uri="{FF2B5EF4-FFF2-40B4-BE49-F238E27FC236}">
                <a16:creationId xmlns:a16="http://schemas.microsoft.com/office/drawing/2014/main" id="{82DD25D2-7055-49A7-8905-552580C84CE7}"/>
              </a:ext>
            </a:extLst>
          </p:cNvPr>
          <p:cNvSpPr txBox="1"/>
          <p:nvPr/>
        </p:nvSpPr>
        <p:spPr>
          <a:xfrm rot="19114358">
            <a:off x="8292560" y="1082062"/>
            <a:ext cx="2579826" cy="1144133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600" dirty="0" smtClean="0">
                <a:solidFill>
                  <a:srgbClr val="7FEFD2"/>
                </a:solidFill>
                <a:latin typeface="Impact" panose="020B0806030902050204" pitchFamily="34" charset="0"/>
              </a:rPr>
              <a:t>2019</a:t>
            </a:r>
            <a:endParaRPr lang="zh-CN" altLang="en-US" sz="16600" dirty="0">
              <a:solidFill>
                <a:srgbClr val="7FEFD2"/>
              </a:solidFill>
              <a:latin typeface="Impact" panose="020B080603090205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6205" y="5491460"/>
            <a:ext cx="1524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>
                <a:latin typeface="+mj-ea"/>
                <a:ea typeface="+mj-ea"/>
              </a:rPr>
              <a:t>2019/3/7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2451695" y="3417577"/>
            <a:ext cx="2369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latin typeface="+mj-ea"/>
                <a:ea typeface="+mj-ea"/>
              </a:rPr>
              <a:t>組員</a:t>
            </a:r>
            <a:r>
              <a:rPr lang="en-US" altLang="zh-TW" dirty="0" smtClean="0">
                <a:latin typeface="+mj-ea"/>
                <a:ea typeface="+mj-ea"/>
              </a:rPr>
              <a:t>:</a:t>
            </a:r>
            <a:r>
              <a:rPr lang="zh-TW" altLang="en-US" dirty="0" smtClean="0">
                <a:latin typeface="+mj-ea"/>
                <a:ea typeface="+mj-ea"/>
              </a:rPr>
              <a:t>  蔡昀霖  糠依婷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1a0afefe-8d8e-4304-8fde-5df01c78f0d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F428C0E-F962-42D7-BD1B-59E6CE01CC3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031743" y="2033718"/>
            <a:ext cx="8653402" cy="2627859"/>
            <a:chOff x="2031743" y="2033718"/>
            <a:chExt cx="8653402" cy="2627859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BF9A06E-F92B-457D-8C69-3308A05363CD}"/>
                </a:ext>
              </a:extLst>
            </p:cNvPr>
            <p:cNvCxnSpPr>
              <a:stCxn id="7" idx="1"/>
              <a:endCxn id="7" idx="5"/>
            </p:cNvCxnSpPr>
            <p:nvPr/>
          </p:nvCxnSpPr>
          <p:spPr>
            <a:xfrm>
              <a:off x="2404242" y="2490496"/>
              <a:ext cx="1798582" cy="1798582"/>
            </a:xfrm>
            <a:prstGeom prst="line">
              <a:avLst/>
            </a:prstGeom>
            <a:noFill/>
            <a:ln w="57150">
              <a:solidFill>
                <a:schemeClr val="tx2">
                  <a:lumMod val="20000"/>
                  <a:lumOff val="80000"/>
                </a:schemeClr>
              </a:solidFill>
              <a:round/>
              <a:headEnd/>
              <a:tailEnd/>
            </a:ln>
          </p:spPr>
        </p:cxnSp>
        <p:sp>
          <p:nvSpPr>
            <p:cNvPr id="7" name="ïsḻiḍê">
              <a:extLst>
                <a:ext uri="{FF2B5EF4-FFF2-40B4-BE49-F238E27FC236}">
                  <a16:creationId xmlns:a16="http://schemas.microsoft.com/office/drawing/2014/main" id="{E9293348-5126-4BD8-9766-47F35190779F}"/>
                </a:ext>
              </a:extLst>
            </p:cNvPr>
            <p:cNvSpPr/>
            <p:nvPr/>
          </p:nvSpPr>
          <p:spPr bwMode="auto">
            <a:xfrm>
              <a:off x="2031743" y="2117997"/>
              <a:ext cx="2543580" cy="2543580"/>
            </a:xfrm>
            <a:prstGeom prst="ellipse">
              <a:avLst/>
            </a:prstGeom>
            <a:noFill/>
            <a:ln w="57150">
              <a:solidFill>
                <a:schemeClr val="tx2">
                  <a:lumMod val="20000"/>
                  <a:lumOff val="80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" name="iŝḻíḍè">
              <a:extLst>
                <a:ext uri="{FF2B5EF4-FFF2-40B4-BE49-F238E27FC236}">
                  <a16:creationId xmlns:a16="http://schemas.microsoft.com/office/drawing/2014/main" id="{37C14182-9AD9-4035-BD29-5698CD49BB31}"/>
                </a:ext>
              </a:extLst>
            </p:cNvPr>
            <p:cNvSpPr txBox="1"/>
            <p:nvPr/>
          </p:nvSpPr>
          <p:spPr>
            <a:xfrm>
              <a:off x="2677322" y="3020455"/>
              <a:ext cx="1252421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0000" tIns="46800" rIns="90000" bIns="46800" anchor="ctr" anchorCtr="1">
              <a:normAutofit fontScale="85000" lnSpcReduction="10000"/>
            </a:bodyPr>
            <a:lstStyle/>
            <a:p>
              <a:pPr algn="ctr"/>
              <a:r>
                <a:rPr lang="zh-TW" altLang="en-US" sz="4800" dirty="0" smtClean="0"/>
                <a:t>目錄</a:t>
              </a:r>
              <a:endParaRPr lang="en-US" altLang="zh-CN" sz="4800" dirty="0"/>
            </a:p>
          </p:txBody>
        </p:sp>
        <p:sp>
          <p:nvSpPr>
            <p:cNvPr id="9" name="îşḻîḑê">
              <a:extLst>
                <a:ext uri="{FF2B5EF4-FFF2-40B4-BE49-F238E27FC236}">
                  <a16:creationId xmlns:a16="http://schemas.microsoft.com/office/drawing/2014/main" id="{4C13DC64-D590-480E-80ED-4F625385AC6D}"/>
                </a:ext>
              </a:extLst>
            </p:cNvPr>
            <p:cNvSpPr/>
            <p:nvPr/>
          </p:nvSpPr>
          <p:spPr bwMode="auto">
            <a:xfrm>
              <a:off x="4844189" y="2033718"/>
              <a:ext cx="455656" cy="45565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none" lIns="90000" tIns="46800" rIns="90000" bIns="46800" anchor="ctr" anchorCtr="1" compatLnSpc="1">
              <a:prstTxWarp prst="textNoShape">
                <a:avLst/>
              </a:prstTxWarp>
              <a:normAutofit fontScale="700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1</a:t>
              </a:r>
            </a:p>
          </p:txBody>
        </p:sp>
        <p:sp>
          <p:nvSpPr>
            <p:cNvPr id="10" name="ï$ḷïdè">
              <a:extLst>
                <a:ext uri="{FF2B5EF4-FFF2-40B4-BE49-F238E27FC236}">
                  <a16:creationId xmlns:a16="http://schemas.microsoft.com/office/drawing/2014/main" id="{D85CFCC8-5FF8-401F-ACE3-F4299EC6C876}"/>
                </a:ext>
              </a:extLst>
            </p:cNvPr>
            <p:cNvSpPr/>
            <p:nvPr/>
          </p:nvSpPr>
          <p:spPr>
            <a:xfrm>
              <a:off x="5365020" y="2035962"/>
              <a:ext cx="5117289" cy="45341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Autofit/>
            </a:bodyPr>
            <a:lstStyle/>
            <a:p>
              <a:r>
                <a:rPr lang="en-US" altLang="zh-TW" sz="1600" b="1" dirty="0" smtClean="0">
                  <a:solidFill>
                    <a:schemeClr val="bg1"/>
                  </a:solidFill>
                </a:rPr>
                <a:t>Docker Hub</a:t>
              </a:r>
              <a:r>
                <a:rPr lang="zh-TW" altLang="en-US" sz="1600" b="1" dirty="0" smtClean="0">
                  <a:solidFill>
                    <a:schemeClr val="bg1"/>
                  </a:solidFill>
                </a:rPr>
                <a:t> 註冊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ṡḻidè">
              <a:extLst>
                <a:ext uri="{FF2B5EF4-FFF2-40B4-BE49-F238E27FC236}">
                  <a16:creationId xmlns:a16="http://schemas.microsoft.com/office/drawing/2014/main" id="{DBAB11C0-4810-4A94-8F28-13E26E0224EB}"/>
                </a:ext>
              </a:extLst>
            </p:cNvPr>
            <p:cNvSpPr/>
            <p:nvPr/>
          </p:nvSpPr>
          <p:spPr bwMode="auto">
            <a:xfrm>
              <a:off x="5044467" y="3120380"/>
              <a:ext cx="455656" cy="45565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bg1">
                  <a:alpha val="40000"/>
                </a:schemeClr>
              </a:solidFill>
              <a:round/>
              <a:headEnd/>
              <a:tailEnd/>
            </a:ln>
          </p:spPr>
          <p:txBody>
            <a:bodyPr vert="horz" wrap="none" lIns="90000" tIns="46800" rIns="90000" bIns="46800" anchor="ctr" anchorCtr="1" compatLnSpc="1">
              <a:prstTxWarp prst="textNoShape">
                <a:avLst/>
              </a:prstTxWarp>
              <a:normAutofit fontScale="700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2</a:t>
              </a:r>
            </a:p>
          </p:txBody>
        </p:sp>
        <p:sp>
          <p:nvSpPr>
            <p:cNvPr id="13" name="ïṥļîḍê">
              <a:extLst>
                <a:ext uri="{FF2B5EF4-FFF2-40B4-BE49-F238E27FC236}">
                  <a16:creationId xmlns:a16="http://schemas.microsoft.com/office/drawing/2014/main" id="{3E47EB4A-3E15-4AA0-A30A-7F8B22A9DDBB}"/>
                </a:ext>
              </a:extLst>
            </p:cNvPr>
            <p:cNvSpPr/>
            <p:nvPr/>
          </p:nvSpPr>
          <p:spPr>
            <a:xfrm>
              <a:off x="5567856" y="3121502"/>
              <a:ext cx="5117289" cy="453412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Autofit/>
            </a:bodyPr>
            <a:lstStyle/>
            <a:p>
              <a:r>
                <a:rPr lang="en-US" altLang="zh-TW" sz="1600" b="1" dirty="0" smtClean="0">
                  <a:solidFill>
                    <a:schemeClr val="bg1"/>
                  </a:solidFill>
                </a:rPr>
                <a:t>Docker Hub</a:t>
              </a:r>
              <a:r>
                <a:rPr lang="zh-TW" altLang="en-US" sz="1600" b="1" dirty="0" smtClean="0">
                  <a:solidFill>
                    <a:schemeClr val="bg1"/>
                  </a:solidFill>
                </a:rPr>
                <a:t> 設定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îSļîḓé">
              <a:extLst>
                <a:ext uri="{FF2B5EF4-FFF2-40B4-BE49-F238E27FC236}">
                  <a16:creationId xmlns:a16="http://schemas.microsoft.com/office/drawing/2014/main" id="{132A58B3-56BF-429D-8909-0DB69205F49C}"/>
                </a:ext>
              </a:extLst>
            </p:cNvPr>
            <p:cNvSpPr/>
            <p:nvPr/>
          </p:nvSpPr>
          <p:spPr bwMode="auto">
            <a:xfrm>
              <a:off x="4844189" y="4205921"/>
              <a:ext cx="455656" cy="45565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bg1">
                  <a:alpha val="40000"/>
                </a:schemeClr>
              </a:solidFill>
              <a:round/>
              <a:headEnd/>
              <a:tailEnd/>
            </a:ln>
          </p:spPr>
          <p:txBody>
            <a:bodyPr vert="horz" wrap="none" lIns="90000" tIns="46800" rIns="90000" bIns="46800" anchor="ctr" anchorCtr="1" compatLnSpc="1">
              <a:prstTxWarp prst="textNoShape">
                <a:avLst/>
              </a:prstTxWarp>
              <a:normAutofit fontScale="700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3</a:t>
              </a:r>
            </a:p>
          </p:txBody>
        </p:sp>
        <p:sp>
          <p:nvSpPr>
            <p:cNvPr id="16" name="ïS1îďè">
              <a:extLst>
                <a:ext uri="{FF2B5EF4-FFF2-40B4-BE49-F238E27FC236}">
                  <a16:creationId xmlns:a16="http://schemas.microsoft.com/office/drawing/2014/main" id="{FEA29D30-CB0C-4EE2-AB66-4E2EDEEF4EF0}"/>
                </a:ext>
              </a:extLst>
            </p:cNvPr>
            <p:cNvSpPr/>
            <p:nvPr/>
          </p:nvSpPr>
          <p:spPr>
            <a:xfrm>
              <a:off x="5365020" y="4205920"/>
              <a:ext cx="5117289" cy="45341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Autofit/>
            </a:bodyPr>
            <a:lstStyle/>
            <a:p>
              <a:r>
                <a:rPr lang="en-US" altLang="zh-TW" sz="1600" b="1" dirty="0" err="1" smtClean="0">
                  <a:solidFill>
                    <a:schemeClr val="bg1"/>
                  </a:solidFill>
                </a:rPr>
                <a:t>Portainer</a:t>
              </a:r>
              <a:r>
                <a:rPr lang="zh-TW" altLang="en-US" sz="1600" b="1" dirty="0" smtClean="0">
                  <a:solidFill>
                    <a:schemeClr val="bg1"/>
                  </a:solidFill>
                </a:rPr>
                <a:t> 設定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9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Docker Hub </a:t>
            </a:r>
            <a:r>
              <a:rPr lang="zh-TW" altLang="en-US" dirty="0" smtClean="0"/>
              <a:t>註冊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117ADB-F684-40C7-9A56-6A8798921C16}"/>
              </a:ext>
            </a:extLst>
          </p:cNvPr>
          <p:cNvSpPr txBox="1"/>
          <p:nvPr/>
        </p:nvSpPr>
        <p:spPr>
          <a:xfrm>
            <a:off x="10007600" y="4521201"/>
            <a:ext cx="1473200" cy="16041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>
                <a:ln w="22225">
                  <a:solidFill>
                    <a:srgbClr val="3F4749"/>
                  </a:solidFill>
                </a:ln>
                <a:solidFill>
                  <a:srgbClr val="7FEFD2"/>
                </a:solidFill>
                <a:latin typeface="Impact" panose="020B0806030902050204" pitchFamily="34" charset="0"/>
              </a:rPr>
              <a:t>01</a:t>
            </a:r>
            <a:endParaRPr lang="zh-CN" altLang="en-US" dirty="0">
              <a:ln w="22225">
                <a:solidFill>
                  <a:srgbClr val="3F4749"/>
                </a:solidFill>
              </a:ln>
              <a:solidFill>
                <a:srgbClr val="7FEFD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40369" y="399981"/>
            <a:ext cx="52343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https://hub.docker.com</a:t>
            </a:r>
            <a:r>
              <a:rPr lang="en-US" altLang="zh-TW" sz="3200" dirty="0" smtClean="0">
                <a:latin typeface="+mj-ea"/>
                <a:ea typeface="+mj-ea"/>
              </a:rPr>
              <a:t>/</a:t>
            </a:r>
            <a:endParaRPr lang="en-US" altLang="zh-TW" sz="3200" dirty="0">
              <a:latin typeface="+mj-ea"/>
              <a:ea typeface="+mj-ea"/>
            </a:endParaRPr>
          </a:p>
        </p:txBody>
      </p:sp>
      <p:pic>
        <p:nvPicPr>
          <p:cNvPr id="1026" name="Picture 2" descr="https://lh3.googleusercontent.com/g-Bf4MtlOop7VmLQzY2xFdwtKKbLDVrqiuUgv9ISKoQoJ1Fot0UMvb8W27s0UY7uh5P6lXwLYldfYWeBPoRrNpLaZmvvKcCALSIHXKQb6EDYh0k-4q5NMtiVIfikZ86ktDoxDlMLp2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006" y="1101822"/>
            <a:ext cx="8179080" cy="571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49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419041" y="429010"/>
            <a:ext cx="3353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Docker Hub</a:t>
            </a:r>
            <a:r>
              <a:rPr lang="zh-TW" altLang="en-US" sz="3200" dirty="0" smtClean="0">
                <a:latin typeface="Lato"/>
              </a:rPr>
              <a:t>註冊</a:t>
            </a:r>
            <a:endParaRPr lang="zh-TW" altLang="en-US" sz="3200" dirty="0"/>
          </a:p>
        </p:txBody>
      </p:sp>
      <p:pic>
        <p:nvPicPr>
          <p:cNvPr id="2050" name="Picture 2" descr="https://lh3.googleusercontent.com/R0xqd735w5cKtyhWuU2E90Kf7H61p6z3xzSHGfPJYbrNpQ6_vKqPNPNx0cCaqClLmBD-vNL2cBAleK6l55XFtjVro9Zx8rxfiVTeJ9o8M9ThBNgcLyPnqUhDc2jNV9KMZR4ifGOrvv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275" y="1220264"/>
            <a:ext cx="9863448" cy="534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91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h3.googleusercontent.com/R0xqd735w5cKtyhWuU2E90Kf7H61p6z3xzSHGfPJYbrNpQ6_vKqPNPNx0cCaqClLmBD-vNL2cBAleK6l55XFtjVro9Zx8rxfiVTeJ9o8M9ThBNgcLyPnqUhDc2jNV9KMZR4ifGOrvv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275" y="1220264"/>
            <a:ext cx="9863448" cy="534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48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lh4.googleusercontent.com/vrmwlgowf4B5DUR-dMP8INy78pp7B8Ym3_LeCnf_C-dUCBxmRnF-EKy76oS_b1qcJucSvhTi5w0NtHvTygnM842sABSKz8Ks1HZm1E_Ov343U6eVkTcCaQMwV-A8knKQKpZgG4-z1x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81" y="1321517"/>
            <a:ext cx="9536836" cy="516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4419041" y="429010"/>
            <a:ext cx="3353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Docker Hub</a:t>
            </a:r>
            <a:r>
              <a:rPr lang="zh-TW" altLang="en-US" sz="3200" dirty="0">
                <a:latin typeface="+mj-ea"/>
                <a:ea typeface="+mj-ea"/>
              </a:rPr>
              <a:t>登入</a:t>
            </a:r>
            <a:endParaRPr lang="zh-TW" altLang="en-US" sz="4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5007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79441" y="467110"/>
            <a:ext cx="18420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 smtClean="0">
                <a:latin typeface="+mj-ea"/>
                <a:ea typeface="+mj-ea"/>
              </a:rPr>
              <a:t>註冊成功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5122" name="Picture 2" descr="https://lh3.googleusercontent.com/6Df02bVPzmmVNTmliURgh60xxkgyYlfWju5yy9nZF6IGy49nRCXqohPUxFBwIygCLarhd0CAxtv3il_mdSsk3u9plawyEMqFeWtwzRvIw_tqn84jsMnnouJyFQ-coPpUJZskJi3ijw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611" y="1304751"/>
            <a:ext cx="9413718" cy="510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96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Docker Hub</a:t>
            </a:r>
            <a:r>
              <a:rPr lang="zh-TW" altLang="en-US" dirty="0" smtClean="0"/>
              <a:t>設定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117ADB-F684-40C7-9A56-6A8798921C16}"/>
              </a:ext>
            </a:extLst>
          </p:cNvPr>
          <p:cNvSpPr txBox="1"/>
          <p:nvPr/>
        </p:nvSpPr>
        <p:spPr>
          <a:xfrm>
            <a:off x="10007600" y="4521201"/>
            <a:ext cx="1473200" cy="16041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>
                <a:ln w="22225">
                  <a:solidFill>
                    <a:srgbClr val="3F4749"/>
                  </a:solidFill>
                </a:ln>
                <a:solidFill>
                  <a:srgbClr val="7FEFD2"/>
                </a:solidFill>
                <a:latin typeface="Impact" panose="020B0806030902050204" pitchFamily="34" charset="0"/>
              </a:rPr>
              <a:t>02</a:t>
            </a:r>
            <a:endParaRPr lang="zh-CN" altLang="en-US" dirty="0">
              <a:ln w="22225">
                <a:solidFill>
                  <a:srgbClr val="3F4749"/>
                </a:solidFill>
              </a:ln>
              <a:solidFill>
                <a:srgbClr val="7FEFD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79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22152" y="437613"/>
            <a:ext cx="33566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>
                <a:latin typeface="+mj-ea"/>
                <a:ea typeface="+mj-ea"/>
              </a:rPr>
              <a:t>Docker Hub</a:t>
            </a:r>
            <a:r>
              <a:rPr lang="zh-TW" altLang="en-US" sz="3200" dirty="0" smtClean="0">
                <a:latin typeface="+mj-ea"/>
                <a:ea typeface="+mj-ea"/>
              </a:rPr>
              <a:t>設定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8194" name="Picture 2" descr="https://lh4.googleusercontent.com/oo-fmFfcjdQByGRm3eeqkNiz0fCgKaWj-nAf7pjwK2Fa8hD5HgOA4nkGEMWAGh8jZ6DB4AhyWYo-qHAw_gbkmqANrOU2lEwsushMTgmJ_ubXUrhyXqWsbjJ-VYF1jPFs_-qNOsao_y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407" y="1326076"/>
            <a:ext cx="9344126" cy="506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69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lh3.googleusercontent.com/O31Q2RVorTbwss4atJsKi9tUYBYJUGtRFZo6X1KMTO_RDBv8CHITWrbUKv6OzCsxmVZeqB1EjdIM-RTZY9he1YcB8v0_fcyfiOEVVVMTeVmSllQTzJey1vkNi_rXetH-vPWWVkeOtZ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031" y="1158434"/>
            <a:ext cx="7029940" cy="543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56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87579" y="467110"/>
            <a:ext cx="60667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+mj-ea"/>
                <a:ea typeface="+mj-ea"/>
              </a:rPr>
              <a:t>到</a:t>
            </a:r>
            <a:r>
              <a:rPr lang="en-US" altLang="zh-TW" sz="3200" dirty="0" err="1">
                <a:latin typeface="+mj-ea"/>
                <a:ea typeface="+mj-ea"/>
              </a:rPr>
              <a:t>Portainer</a:t>
            </a:r>
            <a:r>
              <a:rPr lang="zh-TW" altLang="en-US" sz="3200" dirty="0">
                <a:latin typeface="+mj-ea"/>
                <a:ea typeface="+mj-ea"/>
              </a:rPr>
              <a:t>選取要上傳的</a:t>
            </a:r>
            <a:r>
              <a:rPr lang="en-US" altLang="zh-TW" sz="3200" dirty="0" smtClean="0">
                <a:latin typeface="+mj-ea"/>
                <a:ea typeface="+mj-ea"/>
              </a:rPr>
              <a:t>image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6146" name="Picture 2" descr="https://lh4.googleusercontent.com/3bBHp6z9KOTKJv7UCjQUO39T7InDYw3XxApqDTz0VuinrnZMK_Sa1JbdZUPbU76oboZcVm0OPvYDmugS98Q3t_fv2c7Bif8vUZcEChmBNDJjHmzE-ArYtZFJ_aAngUpURdXrtp-5e0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579" y="1165386"/>
            <a:ext cx="7864766" cy="549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65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41525" y="438082"/>
            <a:ext cx="41089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+mj-ea"/>
                <a:ea typeface="+mj-ea"/>
              </a:rPr>
              <a:t>輸入</a:t>
            </a:r>
            <a:r>
              <a:rPr lang="en-US" altLang="zh-TW" sz="3200" dirty="0">
                <a:latin typeface="+mj-ea"/>
                <a:ea typeface="+mj-ea"/>
              </a:rPr>
              <a:t>image tags</a:t>
            </a:r>
            <a:r>
              <a:rPr lang="zh-TW" altLang="en-US" sz="3200" dirty="0">
                <a:latin typeface="+mj-ea"/>
                <a:ea typeface="+mj-ea"/>
              </a:rPr>
              <a:t>名稱</a:t>
            </a:r>
          </a:p>
        </p:txBody>
      </p:sp>
      <p:pic>
        <p:nvPicPr>
          <p:cNvPr id="12292" name="Picture 4" descr="https://lh4.googleusercontent.com/TFq2i2YoOkOpVBuGV-w8EWCd1wGLCc8DjMeabI0LQh86QnwNC3tTlwRnVjDL1JA5aXGI-kdkQocnInj1BPGlSdSSiI41fkofUiC3fX7StCfDbGYz4HVk_UNihHKl3H1NIIHFzXgvvJ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969" y="1190312"/>
            <a:ext cx="8186060" cy="535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466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lh6.googleusercontent.com/IbOafoHNUsrtKXQ0b24kaP7v49udlXbkRiz5znjdxyjzULdlpwEZYXZSFhptH8SjXfZCEG4op-r_Y1Rl8Nu8su1UY0HJK1vcgppMXZyHmdA0gVY8UrTyjTxsOV7msU_E6z-mfA7vRW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83" y="1189715"/>
            <a:ext cx="9427164" cy="510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661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https://lh4.googleusercontent.com/y86xEYtPGUZOVNQ5p7xvaWQGIsWHatjTSx9kPKzAIdzfxkziGf3lGeWfdzGQoUKJiUG-CWx6_WFU05whLG4Cn2MHxOgkAtTDNPrvB9gUKAAzU0erx1r7qao7eKEENT0UIhi7H6rp7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771" y="1203565"/>
            <a:ext cx="8206876" cy="542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563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 descr="https://lh5.googleusercontent.com/cpSDz37kLp13sEqxo9cnQQgUIce6oEMHCcuYXvMGn4Df49eXkGVhH58_NIuXY3MehHpWIbmQGeKaHB6scDf3JnQTPm6T5uFuQY5ZgqKL6Od9WnZ7D9Qca4v3C9hDj0EChr4Oxkm7q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890" y="1182094"/>
            <a:ext cx="7258816" cy="5413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816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lh6.googleusercontent.com/VhjiXd5l2JvDTR55U8NC1qP1szmozbWUkcdJ-uLxyGcK1sGWzxu7CCpcu6BBGcHnBOuwFl9_XiTfokhnQHlohqxp-J2iX4GcoWXDFBY_fi-ybIFJgoVpp7DBV7Nxd15N98nm9DQ2_F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181" y="1123296"/>
            <a:ext cx="9042730" cy="563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959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Portainer</a:t>
            </a:r>
            <a:r>
              <a:rPr lang="zh-TW" altLang="en-US" dirty="0" smtClean="0"/>
              <a:t>設定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117ADB-F684-40C7-9A56-6A8798921C16}"/>
              </a:ext>
            </a:extLst>
          </p:cNvPr>
          <p:cNvSpPr txBox="1"/>
          <p:nvPr/>
        </p:nvSpPr>
        <p:spPr>
          <a:xfrm>
            <a:off x="10007600" y="4521201"/>
            <a:ext cx="1473200" cy="16041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 smtClean="0">
                <a:ln w="22225">
                  <a:solidFill>
                    <a:srgbClr val="3F4749"/>
                  </a:solidFill>
                </a:ln>
                <a:solidFill>
                  <a:srgbClr val="7FEFD2"/>
                </a:solidFill>
                <a:latin typeface="Impact" panose="020B0806030902050204" pitchFamily="34" charset="0"/>
              </a:rPr>
              <a:t>0</a:t>
            </a:r>
            <a:r>
              <a:rPr lang="en-US" altLang="zh-TW" dirty="0" smtClean="0">
                <a:ln w="22225">
                  <a:solidFill>
                    <a:srgbClr val="3F4749"/>
                  </a:solidFill>
                </a:ln>
                <a:solidFill>
                  <a:srgbClr val="7FEFD2"/>
                </a:solidFill>
                <a:latin typeface="Impact" panose="020B0806030902050204" pitchFamily="34" charset="0"/>
              </a:rPr>
              <a:t>3</a:t>
            </a:r>
            <a:endParaRPr lang="zh-CN" altLang="en-US" dirty="0">
              <a:ln w="22225">
                <a:solidFill>
                  <a:srgbClr val="3F4749"/>
                </a:solidFill>
              </a:ln>
              <a:solidFill>
                <a:srgbClr val="7FEFD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13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40615" y="438082"/>
            <a:ext cx="287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 smtClean="0">
                <a:latin typeface="+mj-ea"/>
                <a:ea typeface="+mj-ea"/>
              </a:rPr>
              <a:t>開啟</a:t>
            </a:r>
            <a:r>
              <a:rPr lang="en-US" altLang="zh-TW" sz="3200" dirty="0" err="1" smtClean="0">
                <a:latin typeface="+mj-ea"/>
                <a:ea typeface="+mj-ea"/>
              </a:rPr>
              <a:t>Portainer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14338" name="Picture 2" descr="https://lh3.googleusercontent.com/fVZoOwLbi_Sxjt8WNbNdQO8l1ejNfDSP6ZVb74LIdnXJXCXcaG1xGmsOQokMpA89-N2zjVUoEOy-yFtH2iBvCjUQ__MBXq3Os680TD4Q34cVxhUyZ8YRer43xDXYwruy1V6ZIe7or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816" y="1427029"/>
            <a:ext cx="9285134" cy="503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950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lh4.googleusercontent.com/BjDfV-EjeHyz1HaW1p_G4PPl7MRLtJmVcEsvnNPHM-x3up7VUKeC19OcnTIHLSvIyC5epgc4RxDL842KofqEDrlavEr49_Cdl3hiIAe1C5sMbkyXeneiTMNCK44aFQzWvDTz4G7Msf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201" y="1403226"/>
            <a:ext cx="9344128" cy="50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46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lh6.googleusercontent.com/4puquTpSXNjj0iHYBt2mSDG_0clgJstjJpifvMC-fTkPOSGYP4qI1ESQ6yyXxWtCnfXmx8nsnjxAkyRkfNNvVPKEVhgytTt_HVcMnQO0EBDR2kRThSCuNJhOuNgHXaFhSPJCWb2wJO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208" y="1325778"/>
            <a:ext cx="9521108" cy="515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326372" y="438082"/>
            <a:ext cx="54767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+mj-ea"/>
                <a:ea typeface="+mj-ea"/>
              </a:rPr>
              <a:t>輸入</a:t>
            </a:r>
            <a:r>
              <a:rPr lang="en-US" altLang="zh-TW" sz="3200" dirty="0">
                <a:latin typeface="+mj-ea"/>
                <a:ea typeface="+mj-ea"/>
              </a:rPr>
              <a:t>Docker hub</a:t>
            </a:r>
            <a:r>
              <a:rPr lang="zh-TW" altLang="en-US" sz="3200" dirty="0">
                <a:latin typeface="+mj-ea"/>
                <a:ea typeface="+mj-ea"/>
              </a:rPr>
              <a:t>帳號</a:t>
            </a:r>
            <a:r>
              <a:rPr lang="en-US" altLang="zh-TW" sz="3200" dirty="0">
                <a:latin typeface="+mj-ea"/>
                <a:ea typeface="+mj-ea"/>
              </a:rPr>
              <a:t>&amp;</a:t>
            </a:r>
            <a:r>
              <a:rPr lang="zh-TW" altLang="en-US" sz="3200" dirty="0">
                <a:latin typeface="+mj-ea"/>
                <a:ea typeface="+mj-ea"/>
              </a:rPr>
              <a:t>密碼</a:t>
            </a:r>
          </a:p>
        </p:txBody>
      </p:sp>
    </p:spTree>
    <p:extLst>
      <p:ext uri="{BB962C8B-B14F-4D97-AF65-F5344CB8AC3E}">
        <p14:creationId xmlns:p14="http://schemas.microsoft.com/office/powerpoint/2010/main" val="2921221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lh4.googleusercontent.com/q8JhylIlnKZ9LebFMjK9C18aE9irE5pAhYZC8kgF0BzEPMv4mxoBGHen9jUny3ZRo3DaJffRUu6vZPZSGlEmy2iuVRxl7yQFZZlANQAEqDJTNUFBD0AW7KVxeAT6SofxvxNR5-Ix-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1424755"/>
            <a:ext cx="9137650" cy="495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359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lh3.googleusercontent.com/OcIpM7CCnEWBuYUilos6IG2cAA7ESzhDdAr_Rutb7Fc-xc-9aU44gMtwpQ8CvNkEU7bxenjtu5xY-LuLBKLkpu4FGHgJOHlcHZvoEarrX4x-GUTjk9rB9dUv8cbxMMZs7kNAWpLazD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1424756"/>
            <a:ext cx="9137650" cy="495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345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19458" name="Picture 2" descr="https://lh4.googleusercontent.com/qbKu37Bq1UA8qSvvsinqaitvQAEXIkGM8OiNh25uk13ARPwHvYe8zIbI8n3N7XHEsWF9qs9kRZILpjGuhmLMNfx-HJZmBC_-qhw0gmBWO5dcZoG2Qw8S48L1uaI726pT_31svZKcvu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017" y="1272441"/>
            <a:ext cx="8137526" cy="507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966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99793" y="3023626"/>
            <a:ext cx="12929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000" dirty="0" smtClean="0">
                <a:latin typeface="+mj-ea"/>
                <a:ea typeface="+mj-ea"/>
              </a:rPr>
              <a:t>END</a:t>
            </a:r>
            <a:endParaRPr lang="zh-TW" altLang="en-US" sz="4000" dirty="0">
              <a:latin typeface="+mj-ea"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10720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a13ec0c6-7f3e-4340-a8a7-9e771235e72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a0afefe-8d8e-4304-8fde-5df01c78f0d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.HELP2" val="iSlide，让PPT设计简单起来！"/>
</p:tagLst>
</file>

<file path=ppt/theme/theme1.xml><?xml version="1.0" encoding="utf-8"?>
<a:theme xmlns:a="http://schemas.openxmlformats.org/drawingml/2006/main" name="主题5">
  <a:themeElements>
    <a:clrScheme name="20171020-0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3B290"/>
      </a:accent1>
      <a:accent2>
        <a:srgbClr val="1A765E"/>
      </a:accent2>
      <a:accent3>
        <a:srgbClr val="2C7394"/>
      </a:accent3>
      <a:accent4>
        <a:srgbClr val="2D8990"/>
      </a:accent4>
      <a:accent5>
        <a:srgbClr val="259BAB"/>
      </a:accent5>
      <a:accent6>
        <a:srgbClr val="08AA7F"/>
      </a:accent6>
      <a:hlink>
        <a:srgbClr val="92278F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33B290"/>
    </a:accent1>
    <a:accent2>
      <a:srgbClr val="1A765E"/>
    </a:accent2>
    <a:accent3>
      <a:srgbClr val="2C7394"/>
    </a:accent3>
    <a:accent4>
      <a:srgbClr val="2D8990"/>
    </a:accent4>
    <a:accent5>
      <a:srgbClr val="259BAB"/>
    </a:accent5>
    <a:accent6>
      <a:srgbClr val="08AA7F"/>
    </a:accent6>
    <a:hlink>
      <a:srgbClr val="92278F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20171020-02">
    <a:dk1>
      <a:srgbClr val="000000"/>
    </a:dk1>
    <a:lt1>
      <a:srgbClr val="FFFFFF"/>
    </a:lt1>
    <a:dk2>
      <a:srgbClr val="778495"/>
    </a:dk2>
    <a:lt2>
      <a:srgbClr val="F0F0F0"/>
    </a:lt2>
    <a:accent1>
      <a:srgbClr val="33B290"/>
    </a:accent1>
    <a:accent2>
      <a:srgbClr val="1A765E"/>
    </a:accent2>
    <a:accent3>
      <a:srgbClr val="2C7394"/>
    </a:accent3>
    <a:accent4>
      <a:srgbClr val="2D8990"/>
    </a:accent4>
    <a:accent5>
      <a:srgbClr val="259BAB"/>
    </a:accent5>
    <a:accent6>
      <a:srgbClr val="08AA7F"/>
    </a:accent6>
    <a:hlink>
      <a:srgbClr val="92278F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E23C40F7987BD94CABA82AFC62A94432" ma:contentTypeVersion="4" ma:contentTypeDescription="建立新的文件。" ma:contentTypeScope="" ma:versionID="1cc81b75d9ffa686658c9fd4d33a2454">
  <xsd:schema xmlns:xsd="http://www.w3.org/2001/XMLSchema" xmlns:xs="http://www.w3.org/2001/XMLSchema" xmlns:p="http://schemas.microsoft.com/office/2006/metadata/properties" xmlns:ns2="eb3e25ed-62bb-4738-b913-60fa7c8c4598" targetNamespace="http://schemas.microsoft.com/office/2006/metadata/properties" ma:root="true" ma:fieldsID="dc193de87d040b4b13531df2c1f9168c" ns2:_="">
    <xsd:import namespace="eb3e25ed-62bb-4738-b913-60fa7c8c4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e25ed-62bb-4738-b913-60fa7c8c4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1D0A09-2AA5-4F7D-909C-AA85E243C405}"/>
</file>

<file path=customXml/itemProps2.xml><?xml version="1.0" encoding="utf-8"?>
<ds:datastoreItem xmlns:ds="http://schemas.openxmlformats.org/officeDocument/2006/customXml" ds:itemID="{5C94EEF8-B23E-4544-AE4E-CAD61B74378E}"/>
</file>

<file path=customXml/itemProps3.xml><?xml version="1.0" encoding="utf-8"?>
<ds:datastoreItem xmlns:ds="http://schemas.openxmlformats.org/officeDocument/2006/customXml" ds:itemID="{36A29BEF-0542-4FE0-BD53-4592EC4D1BFE}"/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84</TotalTime>
  <Words>284</Words>
  <Application>Microsoft Office PowerPoint</Application>
  <PresentationFormat>寬螢幕</PresentationFormat>
  <Paragraphs>42</Paragraphs>
  <Slides>25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Lato</vt:lpstr>
      <vt:lpstr>微软雅黑</vt:lpstr>
      <vt:lpstr>宋体</vt:lpstr>
      <vt:lpstr>Arial</vt:lpstr>
      <vt:lpstr>Calibri</vt:lpstr>
      <vt:lpstr>Impact</vt:lpstr>
      <vt:lpstr>Segoe UI Light</vt:lpstr>
      <vt:lpstr>主题5</vt:lpstr>
      <vt:lpstr>OfficePLUS</vt:lpstr>
      <vt:lpstr>Docker Hub 使用 </vt:lpstr>
      <vt:lpstr>PowerPoint 簡報</vt:lpstr>
      <vt:lpstr>Docker Hub 註冊</vt:lpstr>
      <vt:lpstr>PowerPoint 簡報</vt:lpstr>
      <vt:lpstr>PowerPoint 簡報</vt:lpstr>
      <vt:lpstr>PowerPoint 簡報</vt:lpstr>
      <vt:lpstr>PowerPoint 簡報</vt:lpstr>
      <vt:lpstr>PowerPoint 簡報</vt:lpstr>
      <vt:lpstr>Docker Hub設定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Portainer設定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user</cp:lastModifiedBy>
  <cp:revision>20</cp:revision>
  <cp:lastPrinted>2017-12-17T16:00:00Z</cp:lastPrinted>
  <dcterms:created xsi:type="dcterms:W3CDTF">2017-12-17T16:00:00Z</dcterms:created>
  <dcterms:modified xsi:type="dcterms:W3CDTF">2019-03-07T03:04:19Z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v-yunxl@microsoft.com</vt:lpwstr>
  </property>
  <property fmtid="{D5CDD505-2E9C-101B-9397-08002B2CF9AE}" pid="6" name="MSIP_Label_f42aa342-8706-4288-bd11-ebb85995028c_SetDate">
    <vt:lpwstr>2018-11-16T07:33:47.0633270Z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ContentTypeId">
    <vt:lpwstr>0x010100E23C40F7987BD94CABA82AFC62A94432</vt:lpwstr>
  </property>
</Properties>
</file>
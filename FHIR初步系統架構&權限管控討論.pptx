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85" r:id="rId3"/>
    <p:sldId id="283" r:id="rId4"/>
    <p:sldId id="284" r:id="rId5"/>
    <p:sldId id="276" r:id="rId6"/>
    <p:sldId id="277" r:id="rId7"/>
    <p:sldId id="278" r:id="rId8"/>
    <p:sldId id="279" r:id="rId9"/>
    <p:sldId id="286" r:id="rId10"/>
    <p:sldId id="280" r:id="rId11"/>
    <p:sldId id="281" r:id="rId12"/>
    <p:sldId id="282" r:id="rId13"/>
    <p:sldId id="266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96" y="-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DAD27AF-CC56-4A8E-958A-2F823865CA7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CE1ABE1-649B-4621-95D3-9F8FEB174F7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99992" y="5877273"/>
            <a:ext cx="4176464" cy="432048"/>
          </a:xfrm>
        </p:spPr>
        <p:txBody>
          <a:bodyPr/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報告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 張哲源、糠依婷、蔡昀霖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2924944"/>
            <a:ext cx="8280920" cy="1008111"/>
          </a:xfrm>
        </p:spPr>
        <p:txBody>
          <a:bodyPr/>
          <a:lstStyle/>
          <a:p>
            <a:pPr marL="182880" indent="0"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系統架構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&amp;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權限管控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480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07904" y="404664"/>
            <a:ext cx="1440160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目錄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899592" y="1628800"/>
            <a:ext cx="7416824" cy="4752528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一</a:t>
            </a:r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初步問題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二</a:t>
            </a:r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、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解決方法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三</a:t>
            </a:r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4400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授權規則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四</a:t>
            </a:r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、實際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流程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五、開通</a:t>
            </a:r>
            <a:r>
              <a:rPr lang="en-US" altLang="zh-TW" sz="4400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設計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六、尚未</a:t>
            </a:r>
            <a:r>
              <a:rPr lang="zh-TW" altLang="en-US" sz="4400" dirty="0" smtClean="0">
                <a:latin typeface="標楷體" pitchFamily="65" charset="-120"/>
                <a:ea typeface="標楷體" pitchFamily="65" charset="-120"/>
              </a:rPr>
              <a:t>解決</a:t>
            </a:r>
            <a:endParaRPr lang="en-US" altLang="zh-TW" sz="44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endParaRPr lang="zh-TW" altLang="en-US" sz="440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927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使用者要連接到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有兩種方法，第一種是白名單模式，第二種是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JWT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模式，只要取得其中一種就能對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做修改。</a:t>
            </a:r>
            <a:endParaRPr lang="en-US" altLang="zh-TW" sz="2800" dirty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問題：任何人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取得</a:t>
            </a:r>
            <a:r>
              <a:rPr lang="en-US" altLang="zh-TW" sz="2800" dirty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dirty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權限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，都可以更改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或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查閱所有資料</a:t>
            </a:r>
            <a:endParaRPr lang="en-US" altLang="zh-TW" sz="2800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433" y="4581128"/>
            <a:ext cx="4958092" cy="1812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1115616" y="332656"/>
            <a:ext cx="7056784" cy="72008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Font typeface="Georgia" pitchFamily="18" charset="0"/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一、初步問題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30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在白名單及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JWT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取得授權後，做一個授權審查關卡，來分配權限，讓使用者在連接到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之後有限制。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080873"/>
            <a:ext cx="6003422" cy="2008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1187624" y="332656"/>
            <a:ext cx="5904656" cy="72008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Font typeface="Georgia" pitchFamily="18" charset="0"/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二、解決方法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87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定義身分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例如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組織、管理者、護士、醫生、病患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0"/>
          <a:stretch/>
        </p:blipFill>
        <p:spPr bwMode="auto">
          <a:xfrm>
            <a:off x="2010267" y="2627823"/>
            <a:ext cx="5143500" cy="423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1187623" y="332656"/>
            <a:ext cx="6336705" cy="72008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Font typeface="Georgia" pitchFamily="18" charset="0"/>
              <a:buNone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三、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4800" smtClean="0">
                <a:latin typeface="標楷體" pitchFamily="65" charset="-120"/>
                <a:ea typeface="標楷體" pitchFamily="65" charset="-120"/>
              </a:rPr>
              <a:t>授權規則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4800" smtClean="0">
                <a:latin typeface="標楷體" pitchFamily="65" charset="-120"/>
                <a:ea typeface="標楷體" pitchFamily="65" charset="-120"/>
              </a:rPr>
            </a:b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076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定義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授權規則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每個身分，都有不一樣的</a:t>
            </a: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方法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及資源。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436" y="2636912"/>
            <a:ext cx="6543828" cy="38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1187623" y="332656"/>
            <a:ext cx="6336705" cy="72008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Font typeface="Georgia" pitchFamily="18" charset="0"/>
              <a:buNone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三、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4800" smtClean="0">
                <a:latin typeface="標楷體" pitchFamily="65" charset="-120"/>
                <a:ea typeface="標楷體" pitchFamily="65" charset="-120"/>
              </a:rPr>
              <a:t>授權規則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4800" smtClean="0">
                <a:latin typeface="標楷體" pitchFamily="65" charset="-120"/>
                <a:ea typeface="標楷體" pitchFamily="65" charset="-120"/>
              </a:rPr>
            </a:b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174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組織定義表以預設模板方式來儲存，模板定義後就不再更動，只有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管理者能夠改動模板。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36912"/>
            <a:ext cx="6480718" cy="3792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標題 1"/>
          <p:cNvSpPr txBox="1">
            <a:spLocks/>
          </p:cNvSpPr>
          <p:nvPr/>
        </p:nvSpPr>
        <p:spPr>
          <a:xfrm>
            <a:off x="1187623" y="332656"/>
            <a:ext cx="6336705" cy="72008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Font typeface="Georgia" pitchFamily="18" charset="0"/>
              <a:buNone/>
            </a:pPr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三、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4800" smtClean="0">
                <a:latin typeface="標楷體" pitchFamily="65" charset="-120"/>
                <a:ea typeface="標楷體" pitchFamily="65" charset="-120"/>
              </a:rPr>
              <a:t>授權規則</a:t>
            </a:r>
            <a:r>
              <a:rPr lang="en-US" altLang="zh-TW" sz="4800" smtClean="0"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4800" smtClean="0">
                <a:latin typeface="標楷體" pitchFamily="65" charset="-120"/>
                <a:ea typeface="標楷體" pitchFamily="65" charset="-120"/>
              </a:rPr>
            </a:b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869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31840" y="332656"/>
            <a:ext cx="3312368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四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實際流程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使用者首先進去授權功能管理介面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，管理者負責人工審核其身分符合的規則，並開通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36912"/>
            <a:ext cx="7867650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20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94" y="1700808"/>
            <a:ext cx="8260640" cy="3101468"/>
          </a:xfrm>
          <a:prstGeom prst="rect">
            <a:avLst/>
          </a:prstGeom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131840" y="332656"/>
            <a:ext cx="3312368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四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實際流程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83768" y="332656"/>
            <a:ext cx="4608512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五開通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設計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67544" y="1484784"/>
            <a:ext cx="828092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依規則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marL="45720" indent="0">
              <a:buNone/>
            </a:pP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	API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方法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POST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GET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PUT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DELETE…</a:t>
            </a:r>
          </a:p>
          <a:p>
            <a:pPr marL="45720" indent="0">
              <a:buNone/>
            </a:pP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存取資源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:Org. Pat. Doc.…</a:t>
            </a:r>
          </a:p>
          <a:p>
            <a:pPr marL="45720" indent="0">
              <a:buNone/>
            </a:pP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來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允許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FHIR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的呼叫。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993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83768" y="332656"/>
            <a:ext cx="4608512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五開通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API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設計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23528" y="1484784"/>
            <a:ext cx="864096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利用授權矩陣方式，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為開通，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0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為不開通的後端授權。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996952"/>
            <a:ext cx="874395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94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31840" y="332656"/>
            <a:ext cx="3168352" cy="72008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六尚未解決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23528" y="1484784"/>
            <a:ext cx="8640960" cy="468052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資源中更細節的授權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</a:p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當能夠控制不同身分不同授權時，若要在更進一步做細分目前還未想到方法。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endParaRPr lang="en-US" altLang="zh-TW" sz="2800" dirty="0">
              <a:latin typeface="標楷體" pitchFamily="65" charset="-120"/>
              <a:ea typeface="標楷體" pitchFamily="65" charset="-120"/>
            </a:endParaRPr>
          </a:p>
          <a:p>
            <a:pPr marL="45720" indent="0">
              <a:buNone/>
            </a:pP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例如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當授權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GET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時，不能限制其只能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GET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某部門資料。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113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779912" y="2708920"/>
            <a:ext cx="1440160" cy="100104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06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氣流">
  <a:themeElements>
    <a:clrScheme name="氣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氣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氣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23C40F7987BD94CABA82AFC62A94432" ma:contentTypeVersion="4" ma:contentTypeDescription="建立新的文件。" ma:contentTypeScope="" ma:versionID="1cc81b75d9ffa686658c9fd4d33a2454">
  <xsd:schema xmlns:xsd="http://www.w3.org/2001/XMLSchema" xmlns:xs="http://www.w3.org/2001/XMLSchema" xmlns:p="http://schemas.microsoft.com/office/2006/metadata/properties" xmlns:ns2="eb3e25ed-62bb-4738-b913-60fa7c8c4598" targetNamespace="http://schemas.microsoft.com/office/2006/metadata/properties" ma:root="true" ma:fieldsID="dc193de87d040b4b13531df2c1f9168c" ns2:_="">
    <xsd:import namespace="eb3e25ed-62bb-4738-b913-60fa7c8c4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25ed-62bb-4738-b913-60fa7c8c4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6D253C-F9F3-426D-B3C1-6424B8012D42}"/>
</file>

<file path=customXml/itemProps2.xml><?xml version="1.0" encoding="utf-8"?>
<ds:datastoreItem xmlns:ds="http://schemas.openxmlformats.org/officeDocument/2006/customXml" ds:itemID="{84E48A40-6924-483F-B675-C7CD797B74A1}"/>
</file>

<file path=customXml/itemProps3.xml><?xml version="1.0" encoding="utf-8"?>
<ds:datastoreItem xmlns:ds="http://schemas.openxmlformats.org/officeDocument/2006/customXml" ds:itemID="{1487C9C6-02F8-4AA6-8666-A57E398927A1}"/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1822</TotalTime>
  <Words>312</Words>
  <Application>Microsoft Office PowerPoint</Application>
  <PresentationFormat>如螢幕大小 (4:3)</PresentationFormat>
  <Paragraphs>36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氣流</vt:lpstr>
      <vt:lpstr>FHIR系統架構&amp;權限管控</vt:lpstr>
      <vt:lpstr>目錄</vt:lpstr>
      <vt:lpstr>PowerPoint 簡報</vt:lpstr>
      <vt:lpstr>PowerPoint 簡報</vt:lpstr>
      <vt:lpstr>PowerPoint 簡報</vt:lpstr>
      <vt:lpstr>PowerPoint 簡報</vt:lpstr>
      <vt:lpstr>PowerPoint 簡報</vt:lpstr>
      <vt:lpstr>四實際流程</vt:lpstr>
      <vt:lpstr>四實際流程</vt:lpstr>
      <vt:lpstr>五開通API設計</vt:lpstr>
      <vt:lpstr>五開通API設計</vt:lpstr>
      <vt:lpstr>六尚未解決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FHIR系統架構&amp;全ㄒ</dc:title>
  <dc:creator>Owner</dc:creator>
  <cp:lastModifiedBy>Owner</cp:lastModifiedBy>
  <cp:revision>27</cp:revision>
  <dcterms:created xsi:type="dcterms:W3CDTF">2019-03-13T02:34:02Z</dcterms:created>
  <dcterms:modified xsi:type="dcterms:W3CDTF">2019-03-14T08:57:15Z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0x010100E23C40F7987BD94CABA82AFC62A94432</vt:lpwstr>
  </property>
</Properties>
</file>